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105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2025-11-12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2025-11-12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2025-11-12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2025-11-12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2025-11-12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2025-11-12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2025-11-12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Presenter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TPAC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2025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point</a:t>
            </a:r>
          </a:p>
          <a:p>
            <a:pPr lvl="1"/>
            <a:r>
              <a:rPr lang="en-US" dirty="0"/>
              <a:t>A detail in the first point</a:t>
            </a:r>
          </a:p>
          <a:p>
            <a:pPr lvl="2"/>
            <a:r>
              <a:rPr lang="en-US" dirty="0"/>
              <a:t>A detail of the detail in the first point</a:t>
            </a:r>
          </a:p>
          <a:p>
            <a:r>
              <a:rPr lang="en-US" dirty="0"/>
              <a:t>Second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2025-11-12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53</Words>
  <Application>Microsoft Macintosh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CED)</cp:lastModifiedBy>
  <cp:revision>2</cp:revision>
  <dcterms:created xsi:type="dcterms:W3CDTF">2024-09-04T13:22:45Z</dcterms:created>
  <dcterms:modified xsi:type="dcterms:W3CDTF">2025-11-12T05:38:45Z</dcterms:modified>
</cp:coreProperties>
</file>