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94"/>
  </p:normalViewPr>
  <p:slideViewPr>
    <p:cSldViewPr snapToGrid="0" snapToObjects="1">
      <p:cViewPr varScale="1">
        <p:scale>
          <a:sx n="110" d="100"/>
          <a:sy n="110" d="100"/>
        </p:scale>
        <p:origin x="105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89B5DD-0274-BF45-B4C5-62E173E8F63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16669-4A9E-2244-B321-FE3C257B74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CDCF-83F0-654A-8E95-83ACE83299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428999"/>
            <a:ext cx="10515600" cy="1392589"/>
          </a:xfrm>
          <a:prstGeom prst="rect">
            <a:avLst/>
          </a:prstGeo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1FDD66-E57C-D246-A8D3-5F7E6460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00977"/>
            <a:ext cx="9144000" cy="113735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A4BBE-75B1-9143-A887-FCA15B99C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2FA7A7-1EC8-9A45-B674-9F5AA40338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75125" y="483127"/>
            <a:ext cx="4641750" cy="276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4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7C6D-3AF4-704E-BA3F-6FC5B568C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4F71-1642-7C4D-949F-4818DFEA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E4CE4-F196-BF4E-8EF4-267B94BD7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CB4A0-D1FD-9244-BC2D-7164B631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7370EC-1423-5441-922D-1AAFD5BB31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EF411AF-3106-D04E-9818-E4C0FD06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AD314-C4FC-384A-835E-A6FA7C1C3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95E31-AF4D-A348-A7A9-7416D5CFB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CCF5D-D219-B446-BFBF-42479CD054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AE8723F-57EA-4C47-97B9-92AFDEEF85DC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BE2F7-A02E-2541-92F4-BB12DCEA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5E475-C185-8649-99DC-91A32B80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4E7543-36A1-9145-8718-DCB0BDDD9F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F69A-4335-4B4E-B747-17F37F3C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02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619A-7211-0947-8360-23CE25F12D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2284B-15A7-584D-908E-45543479E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85332"/>
            <a:ext cx="5181600" cy="4991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8B25-655D-AF40-BDC0-54574137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B00E5D-EC04-AA49-8D52-0FCB6E08F63D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A9F6-1429-5E49-BAA4-1E84DC5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93763-BF3C-C644-9F21-D1290C786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5401E6-623E-8449-A07B-6B5E2253AD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ABBC-6A16-9A46-A02F-79A517A3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7676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AB855-CE44-1647-A11E-35810E458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134005"/>
            <a:ext cx="5157787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E1739-9BD2-114D-9001-9767690E3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62112"/>
            <a:ext cx="5157787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260CC-435F-4B4A-921E-F825D9DAF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2" y="1132769"/>
            <a:ext cx="5183188" cy="5293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E7B3BE-4412-2546-8A83-8211EDE2F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62112"/>
            <a:ext cx="5183188" cy="45275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95F5D0-89F8-014F-8A54-42E462B4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90905C-10FF-8047-AA7E-6DC7E8B6AF51}" type="datetime1">
              <a:rPr lang="en-CA" smtClean="0"/>
              <a:t>2025-11-13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B91292-54C2-5B4B-BC92-96B7E584A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B02B02-7BBA-3248-9E8D-33B01683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F359D-97AE-244A-B6E0-7FABE799C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7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A3E4-A9A0-B949-AB23-A7ED13D8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764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1C8F84-5DB4-5A45-850F-78308488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CE86E2-4400-D342-BEEC-F9C1ADF6F9F7}" type="datetime1">
              <a:rPr lang="en-CA" smtClean="0"/>
              <a:t>2025-11-13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30B16-8D2B-964B-A82E-A1D8E578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EFDE2-192C-EB49-B93B-A5C074DE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9864CA-5904-6E4C-94B5-D61D982EE8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99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624B9-C01C-504E-A7E7-3945364DF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358A08-7221-7F45-8378-69D5559861DD}" type="datetime1">
              <a:rPr lang="en-CA" smtClean="0"/>
              <a:t>2025-11-13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282D-B315-7747-81EE-E8722A58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647E0-FF85-FA4D-A8FA-E44590C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121D-E664-684B-8EE0-95412BB47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BCA-0D11-EE4D-9447-2FD49C0E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C554-6BD0-D046-93E8-160448B4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04167"/>
            <a:ext cx="6172200" cy="49568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FC1F-CB88-E848-A9AD-207062F13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DCBEE-639A-F74C-92CE-7B643E69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8C20FDB-303D-8A4E-83B7-226DD88B97BD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478D4-36A8-D941-B07C-23AC977B5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275A4-A22A-5742-B711-4A30FC40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A484C7-B69E-1D4E-A042-8264DECEAC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08D0-7399-754A-98B1-12196A1EC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12838"/>
          </a:xfrm>
          <a:prstGeom prst="rect">
            <a:avLst/>
          </a:prstGeo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8B8A4F-D838-F44B-BD4B-90A268DE7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FA813-173D-3F4D-9B47-2ADE7EDAA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570038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2A9922-D3F8-854D-946A-BACD4089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9EBA37-9D18-D34A-A88D-1B00AA06E95C}" type="datetime1">
              <a:rPr lang="en-CA" smtClean="0"/>
              <a:t>2025-11-13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5379-2EF0-014F-A404-9281AD5F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E44CB-9FEF-8E46-ADE7-C6878CCA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E5D11-1589-8B43-AC25-08B65AFD2D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09060" y="136525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5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FD7F8-1D21-E24C-867B-27076A86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09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5910-6C9B-1F48-8812-ECC4A33F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F42E-65C6-9945-BE49-EB50D671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93E591-CC8D-C74E-8EED-098A7FB5E64D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F138-5D7E-EE45-A145-963FACA6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53AE-A2BC-DE4D-BB61-40C1BC3B6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36F3-C8D2-4944-B4D4-6A4C8563FA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4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FF282-7893-604E-9578-505C40B71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731022" y="365125"/>
            <a:ext cx="1622778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2C3-333E-304A-AB27-C6CDCBED1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9282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F7E9A-773D-734B-9080-4E503276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1BC118-574D-594E-ABEA-A7C82666C9AB}" type="datetime1">
              <a:rPr lang="en-CA" smtClean="0"/>
              <a:t>2025-11-13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2C37-09FF-6A4D-8C32-64A7F07F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5B9D-9935-CE4E-A40E-BBED3145D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BDE2E-7167-1944-9FEE-E44668D91CB6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F9CC3B-F1C2-024E-9BCF-1306C0AC80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1093626" y="5793141"/>
            <a:ext cx="1287991" cy="76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F3363-D36B-4942-87A8-FED6DF69A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98222"/>
            <a:ext cx="10515600" cy="4878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5CA93B93-3243-C248-A970-24A76A358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E28B5F4-1EA0-4A4B-8D85-A0B1CB6C7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W3C Web of Things (WoT) WG/IG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8BACC8E-7FE2-EE49-8CEA-AAD5143CE5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73A2E78-F38A-E046-ACDB-668F070D1EF6}" type="datetime1">
              <a:rPr lang="en-CA" smtClean="0"/>
              <a:pPr/>
              <a:t>2025-11-13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D3E7A09-626A-BA49-9FC3-7280AA1F9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55BDE2E-7167-1944-9FEE-E44668D91CB6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6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andscape.json-schema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3c/wot/issues?q=is%3Aissue%20state%3Aopen%20label%3A%22WG%20Charter%202025%2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87674-345B-6D45-8433-396169D87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212938"/>
            <a:ext cx="10515600" cy="1392589"/>
          </a:xfrm>
        </p:spPr>
        <p:txBody>
          <a:bodyPr/>
          <a:lstStyle/>
          <a:p>
            <a:r>
              <a:rPr lang="en-US" dirty="0"/>
              <a:t>New Charter for </a:t>
            </a:r>
            <a:r>
              <a:rPr lang="en-US" dirty="0" err="1"/>
              <a:t>WoT</a:t>
            </a:r>
            <a:r>
              <a:rPr lang="en-US" dirty="0"/>
              <a:t> 2.0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957DB-7468-C943-8F4B-9FE90A3CB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08"/>
            <a:ext cx="9144000" cy="11373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Sebastian </a:t>
            </a:r>
            <a:r>
              <a:rPr lang="en-US" dirty="0" err="1"/>
              <a:t>Käbisch</a:t>
            </a:r>
            <a:endParaRPr lang="en-US" dirty="0"/>
          </a:p>
          <a:p>
            <a:r>
              <a:rPr lang="en-US" dirty="0"/>
              <a:t>November 13, 2025</a:t>
            </a:r>
          </a:p>
          <a:p>
            <a:r>
              <a:rPr lang="en-US" dirty="0"/>
              <a:t>TPAC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488F1-92D7-254A-A373-03160DC75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W3C Web of Things (WoT) WG/IG – TPAC 2025</a:t>
            </a:r>
          </a:p>
        </p:txBody>
      </p:sp>
    </p:spTree>
    <p:extLst>
      <p:ext uri="{BB962C8B-B14F-4D97-AF65-F5344CB8AC3E}">
        <p14:creationId xmlns:p14="http://schemas.microsoft.com/office/powerpoint/2010/main" val="172328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92627-157C-79CD-CD46-731D42B1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situation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C5E614-D99F-9704-33D0-2EB11C83F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have a WG, IG, and CG for Web of Things</a:t>
            </a:r>
          </a:p>
          <a:p>
            <a:endParaRPr lang="en-US" dirty="0"/>
          </a:p>
          <a:p>
            <a:r>
              <a:rPr lang="en-US" dirty="0"/>
              <a:t>Too many TFs</a:t>
            </a:r>
          </a:p>
          <a:p>
            <a:pPr lvl="1"/>
            <a:r>
              <a:rPr lang="en-US" dirty="0"/>
              <a:t>At the beginning of </a:t>
            </a:r>
            <a:r>
              <a:rPr lang="en-US" dirty="0" err="1"/>
              <a:t>WoT</a:t>
            </a:r>
            <a:r>
              <a:rPr lang="en-US" dirty="0"/>
              <a:t>, the various TFs made sense </a:t>
            </a:r>
          </a:p>
          <a:p>
            <a:pPr lvl="1"/>
            <a:r>
              <a:rPr lang="en-US" dirty="0"/>
              <a:t>This was very important in order not to overlook any important aspects and to establish the </a:t>
            </a:r>
            <a:r>
              <a:rPr lang="en-US" dirty="0" err="1"/>
              <a:t>WoT</a:t>
            </a:r>
            <a:r>
              <a:rPr lang="en-US" dirty="0"/>
              <a:t> paradigm correctly</a:t>
            </a:r>
          </a:p>
          <a:p>
            <a:endParaRPr lang="en-US" dirty="0"/>
          </a:p>
          <a:p>
            <a:r>
              <a:rPr lang="en-US" dirty="0"/>
              <a:t>Too many web meetings</a:t>
            </a:r>
          </a:p>
          <a:p>
            <a:pPr lvl="1"/>
            <a:r>
              <a:rPr lang="en-US" dirty="0"/>
              <a:t>E.g., on Wednesday, there may be four </a:t>
            </a:r>
            <a:r>
              <a:rPr lang="en-US" dirty="0" err="1"/>
              <a:t>WoT</a:t>
            </a:r>
            <a:r>
              <a:rPr lang="en-US" dirty="0"/>
              <a:t> meetings in a row </a:t>
            </a:r>
            <a:r>
              <a:rPr lang="en-US" dirty="0">
                <a:sym typeface="Wingdings" pitchFamily="2" charset="2"/>
              </a:rPr>
              <a:t> 4h</a:t>
            </a:r>
          </a:p>
          <a:p>
            <a:pPr lvl="1"/>
            <a:r>
              <a:rPr lang="en-US" dirty="0"/>
              <a:t>High maintenance effort (minutes, agenda preparations, sharing materials, etc.)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2D570F-F984-7B45-F31C-9633669E2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4C15DB-6234-4E0E-C83E-EAF5D781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2</a:t>
            </a:fld>
            <a:endParaRPr 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4D14C33-59CD-18B8-21CF-FBFFF207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4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A2DFB-7B08-A013-4E7E-1A8CC033D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</a:t>
            </a:r>
            <a:r>
              <a:rPr lang="en-US" dirty="0" err="1"/>
              <a:t>WoT</a:t>
            </a:r>
            <a:r>
              <a:rPr lang="en-US" dirty="0"/>
              <a:t> 2.0 (proposals)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DB36CA-A030-AC44-292A-F2EE5B084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WoT</a:t>
            </a:r>
            <a:r>
              <a:rPr lang="en-US" dirty="0"/>
              <a:t> Thing Description is the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technology</a:t>
            </a:r>
            <a:r>
              <a:rPr lang="de-DE" dirty="0"/>
              <a:t>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</a:t>
            </a:r>
          </a:p>
          <a:p>
            <a:endParaRPr lang="de-DE" dirty="0"/>
          </a:p>
          <a:p>
            <a:r>
              <a:rPr lang="de-DE" dirty="0" err="1"/>
              <a:t>Stop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WoT</a:t>
            </a:r>
            <a:r>
              <a:rPr lang="de-DE" dirty="0"/>
              <a:t> IG </a:t>
            </a:r>
            <a:r>
              <a:rPr lang="de-DE" dirty="0" err="1"/>
              <a:t>activity</a:t>
            </a:r>
            <a:endParaRPr lang="de-DE" dirty="0"/>
          </a:p>
          <a:p>
            <a:pPr lvl="1"/>
            <a:r>
              <a:rPr lang="de-DE" dirty="0" err="1"/>
              <a:t>WoT</a:t>
            </a:r>
            <a:r>
              <a:rPr lang="de-DE" dirty="0"/>
              <a:t> CG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PlugFest</a:t>
            </a:r>
            <a:r>
              <a:rPr lang="de-DE" dirty="0"/>
              <a:t> </a:t>
            </a:r>
            <a:r>
              <a:rPr lang="de-DE" dirty="0" err="1"/>
              <a:t>activites</a:t>
            </a:r>
            <a:r>
              <a:rPr lang="de-DE" dirty="0"/>
              <a:t>? (</a:t>
            </a:r>
            <a:r>
              <a:rPr lang="de-DE" dirty="0" err="1"/>
              <a:t>WoT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stays</a:t>
            </a:r>
            <a:r>
              <a:rPr lang="de-DE" dirty="0"/>
              <a:t> in WG)</a:t>
            </a:r>
          </a:p>
          <a:p>
            <a:pPr lvl="1"/>
            <a:r>
              <a:rPr lang="de-DE" dirty="0"/>
              <a:t>Use Case and </a:t>
            </a:r>
            <a:r>
              <a:rPr lang="de-DE" dirty="0" err="1"/>
              <a:t>Requirement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WoT</a:t>
            </a:r>
            <a:r>
              <a:rPr lang="de-DE" dirty="0"/>
              <a:t> WG (TD TF?; </a:t>
            </a:r>
            <a:r>
              <a:rPr lang="de-DE" dirty="0" err="1"/>
              <a:t>tbc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Marketing (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covered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WG)</a:t>
            </a:r>
          </a:p>
          <a:p>
            <a:endParaRPr lang="de-DE" dirty="0"/>
          </a:p>
          <a:p>
            <a:r>
              <a:rPr lang="de-DE" dirty="0"/>
              <a:t>Activate </a:t>
            </a:r>
            <a:r>
              <a:rPr lang="de-DE" dirty="0" err="1"/>
              <a:t>WoT</a:t>
            </a:r>
            <a:r>
              <a:rPr lang="de-DE" dirty="0"/>
              <a:t> Binding Registry </a:t>
            </a:r>
            <a:r>
              <a:rPr lang="de-DE" dirty="0" err="1"/>
              <a:t>soon</a:t>
            </a:r>
            <a:endParaRPr lang="de-DE" dirty="0"/>
          </a:p>
          <a:p>
            <a:pPr lvl="1"/>
            <a:r>
              <a:rPr lang="de-DE" dirty="0" err="1"/>
              <a:t>Helps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decouple</a:t>
            </a:r>
            <a:r>
              <a:rPr lang="de-DE" dirty="0"/>
              <a:t> </a:t>
            </a:r>
            <a:r>
              <a:rPr lang="de-DE" dirty="0" err="1"/>
              <a:t>protocol</a:t>
            </a:r>
            <a:r>
              <a:rPr lang="de-DE" dirty="0"/>
              <a:t> </a:t>
            </a:r>
            <a:r>
              <a:rPr lang="de-DE" dirty="0" err="1"/>
              <a:t>bindings</a:t>
            </a:r>
            <a:r>
              <a:rPr lang="de-DE" dirty="0"/>
              <a:t> and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maintained</a:t>
            </a:r>
            <a:r>
              <a:rPr lang="de-DE" dirty="0"/>
              <a:t> / </a:t>
            </a:r>
            <a:r>
              <a:rPr lang="de-DE" dirty="0" err="1"/>
              <a:t>developed</a:t>
            </a:r>
            <a:r>
              <a:rPr lang="de-DE" dirty="0"/>
              <a:t> outside </a:t>
            </a:r>
            <a:r>
              <a:rPr lang="de-DE" dirty="0" err="1"/>
              <a:t>of</a:t>
            </a:r>
            <a:r>
              <a:rPr lang="de-DE" dirty="0"/>
              <a:t> W3C (e.g., OPC UA Binding)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Profile 2.0?</a:t>
            </a:r>
          </a:p>
          <a:p>
            <a:pPr lvl="1"/>
            <a:r>
              <a:rPr lang="de-DE" dirty="0" err="1"/>
              <a:t>currently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a </a:t>
            </a:r>
            <a:r>
              <a:rPr lang="de-DE" dirty="0" err="1"/>
              <a:t>stable</a:t>
            </a:r>
            <a:r>
              <a:rPr lang="de-DE" dirty="0"/>
              <a:t> </a:t>
            </a:r>
            <a:r>
              <a:rPr lang="de-DE" dirty="0" err="1"/>
              <a:t>base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support</a:t>
            </a:r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FF3645C-C5CD-0DEA-F04D-BAF09D4D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C2DA92D-0F22-9359-3CA5-D7F3BD69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3</a:t>
            </a:fld>
            <a:endParaRPr 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0597044-70C1-8AB1-2B62-82A1D7EB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0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6AB07D-BC44-4737-F4FF-36DEB654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Considerations in the Charter?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547A65-D9C9-4353-7C84-8E06C1018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WoT</a:t>
            </a:r>
            <a:r>
              <a:rPr lang="en-US" dirty="0"/>
              <a:t> and AI</a:t>
            </a:r>
          </a:p>
          <a:p>
            <a:pPr lvl="1"/>
            <a:r>
              <a:rPr lang="en-US" dirty="0"/>
              <a:t>LLM for TD and code generation</a:t>
            </a:r>
          </a:p>
          <a:p>
            <a:pPr lvl="1"/>
            <a:r>
              <a:rPr lang="en-US" dirty="0"/>
              <a:t>Guidelines can be provided</a:t>
            </a:r>
          </a:p>
          <a:p>
            <a:endParaRPr lang="en-US" dirty="0"/>
          </a:p>
          <a:p>
            <a:r>
              <a:rPr lang="en-US" dirty="0" err="1"/>
              <a:t>WoT</a:t>
            </a:r>
            <a:r>
              <a:rPr lang="en-US" dirty="0"/>
              <a:t> in Browsers</a:t>
            </a:r>
          </a:p>
          <a:p>
            <a:pPr lvl="1"/>
            <a:r>
              <a:rPr lang="en-US" dirty="0"/>
              <a:t>this can be a common topic with Device and Sensor WG</a:t>
            </a:r>
          </a:p>
          <a:p>
            <a:pPr lvl="1"/>
            <a:r>
              <a:rPr lang="en-US" dirty="0"/>
              <a:t>We may only link this topic; </a:t>
            </a:r>
            <a:r>
              <a:rPr lang="en-US" dirty="0" err="1"/>
              <a:t>WoT</a:t>
            </a:r>
            <a:r>
              <a:rPr lang="en-US" dirty="0"/>
              <a:t> WG have no impact on the browser</a:t>
            </a:r>
          </a:p>
          <a:p>
            <a:pPr lvl="1"/>
            <a:r>
              <a:rPr lang="en-US" dirty="0"/>
              <a:t>From the NTT demo yesterday: a DMX binding can be a first step since there is already a browser integration</a:t>
            </a:r>
          </a:p>
          <a:p>
            <a:endParaRPr lang="en-US" dirty="0"/>
          </a:p>
          <a:p>
            <a:r>
              <a:rPr lang="en-US" dirty="0" err="1"/>
              <a:t>WoT</a:t>
            </a:r>
            <a:r>
              <a:rPr lang="en-US" dirty="0"/>
              <a:t> Certification (proposal from Dave </a:t>
            </a:r>
            <a:r>
              <a:rPr lang="en-US" dirty="0" err="1"/>
              <a:t>Ragett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This can be a good example </a:t>
            </a:r>
            <a:r>
              <a:rPr lang="en-US" dirty="0">
                <a:hlinkClick r:id="rId2"/>
              </a:rPr>
              <a:t>https://landscape.json-schema.org/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38FF001-8736-B10B-705E-282E639F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DD3D7E-45B1-E76A-402A-7780C7E9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4</a:t>
            </a:fld>
            <a:endParaRPr 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D312AA6-458E-C82E-075E-286E4801E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159E2C-8814-A1A6-95B0-540627616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discussion on </a:t>
            </a:r>
            <a:r>
              <a:rPr lang="en-US" dirty="0" err="1"/>
              <a:t>github</a:t>
            </a:r>
            <a:r>
              <a:rPr lang="en-US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E806D-34FA-1D43-7C5D-446E4A44C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https://github.com/w3c/wot/issues?q=is%3Aissue%20state%3Aopen%20label%3A%22WG%20Charter%202025%22</a:t>
            </a:r>
            <a:endParaRPr lang="en-US" dirty="0"/>
          </a:p>
          <a:p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ACCA82-64D0-6DA4-AEFB-6759BF75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W3C Web of Things (WoT) WG/IG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9561D1-8D2E-8C30-0A00-FEF5E6D1E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BDE2E-7167-1944-9FEE-E44668D91CB6}" type="slidenum">
              <a:rPr lang="en-US" smtClean="0"/>
              <a:t>5</a:t>
            </a:fld>
            <a:endParaRPr lang="en-US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A0E54001-CDCE-CC83-ADDC-1BBF9C82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AB1E-7FD9-0A40-B7C0-508CCACB3E9A}" type="datetime1">
              <a:rPr lang="en-CA" smtClean="0"/>
              <a:t>2025-11-13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360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-09-DD-WoT-TPAC-Session-Presenter.pptx" id="{2F03DFF5-91A5-4415-8067-BEB302ADB9C1}" vid="{431ED2FE-334E-4AC5-99DC-F1C042D2CE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Template-2023-09-DD-WoT-TPAC-Session-Presenter (1)</Template>
  <TotalTime>0</TotalTime>
  <Words>391</Words>
  <Application>Microsoft Macintosh PowerPoint</Application>
  <PresentationFormat>Breitbild</PresentationFormat>
  <Paragraphs>54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New Charter for WoT 2.0</vt:lpstr>
      <vt:lpstr>Today’s situation</vt:lpstr>
      <vt:lpstr>For WoT 2.0 (proposals)</vt:lpstr>
      <vt:lpstr>New Considerations in the Charter?</vt:lpstr>
      <vt:lpstr>Continue discussion on github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Mccool, Michael</dc:creator>
  <cp:lastModifiedBy>Kaebisch, Sebastian (FT RPD CED)</cp:lastModifiedBy>
  <cp:revision>20</cp:revision>
  <dcterms:created xsi:type="dcterms:W3CDTF">2024-09-04T13:22:45Z</dcterms:created>
  <dcterms:modified xsi:type="dcterms:W3CDTF">2025-11-13T04:56:02Z</dcterms:modified>
</cp:coreProperties>
</file>