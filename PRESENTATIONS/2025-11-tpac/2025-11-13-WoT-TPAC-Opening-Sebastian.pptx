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BB0E3-461B-4D73-A814-E3F502ACEAA4}" v="5" dt="2024-09-26T17:08:21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105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ool, Michael" userId="9022b910-48f5-4b36-ad75-783e2c5f7356" providerId="ADAL" clId="{EB9BB0E3-461B-4D73-A814-E3F502ACEAA4}"/>
    <pc:docChg chg="custSel addSld delSld modSld">
      <pc:chgData name="Mccool, Michael" userId="9022b910-48f5-4b36-ad75-783e2c5f7356" providerId="ADAL" clId="{EB9BB0E3-461B-4D73-A814-E3F502ACEAA4}" dt="2024-09-26T19:11:46.047" v="905" actId="20577"/>
      <pc:docMkLst>
        <pc:docMk/>
      </pc:docMkLst>
      <pc:sldChg chg="modSp mod">
        <pc:chgData name="Mccool, Michael" userId="9022b910-48f5-4b36-ad75-783e2c5f7356" providerId="ADAL" clId="{EB9BB0E3-461B-4D73-A814-E3F502ACEAA4}" dt="2024-09-25T13:51:24.054" v="831" actId="20577"/>
        <pc:sldMkLst>
          <pc:docMk/>
          <pc:sldMk cId="172328536" sldId="256"/>
        </pc:sldMkLst>
        <pc:spChg chg="mod">
          <ac:chgData name="Mccool, Michael" userId="9022b910-48f5-4b36-ad75-783e2c5f7356" providerId="ADAL" clId="{EB9BB0E3-461B-4D73-A814-E3F502ACEAA4}" dt="2024-09-25T13:51:24.054" v="831" actId="20577"/>
          <ac:spMkLst>
            <pc:docMk/>
            <pc:sldMk cId="172328536" sldId="256"/>
            <ac:spMk id="2" creationId="{F0887674-345B-6D45-8433-396169D87CDD}"/>
          </ac:spMkLst>
        </pc:spChg>
        <pc:spChg chg="mod">
          <ac:chgData name="Mccool, Michael" userId="9022b910-48f5-4b36-ad75-783e2c5f7356" providerId="ADAL" clId="{EB9BB0E3-461B-4D73-A814-E3F502ACEAA4}" dt="2024-09-25T13:34:20.168" v="38" actId="20577"/>
          <ac:spMkLst>
            <pc:docMk/>
            <pc:sldMk cId="172328536" sldId="256"/>
            <ac:spMk id="3" creationId="{C0E957DB-7468-C943-8F4B-9FE90A3CB8D2}"/>
          </ac:spMkLst>
        </pc:spChg>
      </pc:sldChg>
      <pc:sldChg chg="modSp mod">
        <pc:chgData name="Mccool, Michael" userId="9022b910-48f5-4b36-ad75-783e2c5f7356" providerId="ADAL" clId="{EB9BB0E3-461B-4D73-A814-E3F502ACEAA4}" dt="2024-09-26T17:08:32.768" v="871" actId="14"/>
        <pc:sldMkLst>
          <pc:docMk/>
          <pc:sldMk cId="2239956326" sldId="257"/>
        </pc:sldMkLst>
        <pc:spChg chg="mod">
          <ac:chgData name="Mccool, Michael" userId="9022b910-48f5-4b36-ad75-783e2c5f7356" providerId="ADAL" clId="{EB9BB0E3-461B-4D73-A814-E3F502ACEAA4}" dt="2024-09-25T13:42:32.274" v="388" actId="20577"/>
          <ac:spMkLst>
            <pc:docMk/>
            <pc:sldMk cId="2239956326" sldId="257"/>
            <ac:spMk id="2" creationId="{85BC194C-11B4-DF4D-BD5B-07A74B9C6240}"/>
          </ac:spMkLst>
        </pc:spChg>
        <pc:spChg chg="mod">
          <ac:chgData name="Mccool, Michael" userId="9022b910-48f5-4b36-ad75-783e2c5f7356" providerId="ADAL" clId="{EB9BB0E3-461B-4D73-A814-E3F502ACEAA4}" dt="2024-09-26T17:08:32.768" v="871" actId="14"/>
          <ac:spMkLst>
            <pc:docMk/>
            <pc:sldMk cId="2239956326" sldId="257"/>
            <ac:spMk id="3" creationId="{73D7B15A-EE83-6C46-B3BF-DD4FF849D320}"/>
          </ac:spMkLst>
        </pc:spChg>
      </pc:sldChg>
      <pc:sldChg chg="modSp new mod">
        <pc:chgData name="Mccool, Michael" userId="9022b910-48f5-4b36-ad75-783e2c5f7356" providerId="ADAL" clId="{EB9BB0E3-461B-4D73-A814-E3F502ACEAA4}" dt="2024-09-26T19:11:46.047" v="905" actId="20577"/>
        <pc:sldMkLst>
          <pc:docMk/>
          <pc:sldMk cId="2979608870" sldId="258"/>
        </pc:sldMkLst>
        <pc:spChg chg="mod">
          <ac:chgData name="Mccool, Michael" userId="9022b910-48f5-4b36-ad75-783e2c5f7356" providerId="ADAL" clId="{EB9BB0E3-461B-4D73-A814-E3F502ACEAA4}" dt="2024-09-25T13:36:32.590" v="66" actId="20577"/>
          <ac:spMkLst>
            <pc:docMk/>
            <pc:sldMk cId="2979608870" sldId="258"/>
            <ac:spMk id="2" creationId="{02B55CDF-C795-5938-1BE7-FF6EA804E8D6}"/>
          </ac:spMkLst>
        </pc:spChg>
        <pc:spChg chg="mod">
          <ac:chgData name="Mccool, Michael" userId="9022b910-48f5-4b36-ad75-783e2c5f7356" providerId="ADAL" clId="{EB9BB0E3-461B-4D73-A814-E3F502ACEAA4}" dt="2024-09-26T19:11:14.069" v="895" actId="27636"/>
          <ac:spMkLst>
            <pc:docMk/>
            <pc:sldMk cId="2979608870" sldId="258"/>
            <ac:spMk id="3" creationId="{0864904C-630C-5373-7555-81054AB25D3A}"/>
          </ac:spMkLst>
        </pc:spChg>
        <pc:spChg chg="mod">
          <ac:chgData name="Mccool, Michael" userId="9022b910-48f5-4b36-ad75-783e2c5f7356" providerId="ADAL" clId="{EB9BB0E3-461B-4D73-A814-E3F502ACEAA4}" dt="2024-09-26T19:11:46.047" v="905" actId="20577"/>
          <ac:spMkLst>
            <pc:docMk/>
            <pc:sldMk cId="2979608870" sldId="258"/>
            <ac:spMk id="4" creationId="{D341902C-1D1B-5656-98B2-C6636E723582}"/>
          </ac:spMkLst>
        </pc:spChg>
      </pc:sldChg>
      <pc:sldChg chg="modSp new del mod">
        <pc:chgData name="Mccool, Michael" userId="9022b910-48f5-4b36-ad75-783e2c5f7356" providerId="ADAL" clId="{EB9BB0E3-461B-4D73-A814-E3F502ACEAA4}" dt="2024-09-25T13:50:18.955" v="804" actId="47"/>
        <pc:sldMkLst>
          <pc:docMk/>
          <pc:sldMk cId="3945748619" sldId="259"/>
        </pc:sldMkLst>
        <pc:spChg chg="mod">
          <ac:chgData name="Mccool, Michael" userId="9022b910-48f5-4b36-ad75-783e2c5f7356" providerId="ADAL" clId="{EB9BB0E3-461B-4D73-A814-E3F502ACEAA4}" dt="2024-09-25T13:39:42.354" v="294" actId="20577"/>
          <ac:spMkLst>
            <pc:docMk/>
            <pc:sldMk cId="3945748619" sldId="259"/>
            <ac:spMk id="3" creationId="{FBD5F220-621B-1AA4-EBF5-15FE2EF47F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2025-11-12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2025-11-12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2025-11-12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2025-11-12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2025-11-12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vantour.com/japan/kobe.ht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d.w3.org/p/2025-11-13-wot" TargetMode="External"/><Relationship Id="rId2" Type="http://schemas.openxmlformats.org/officeDocument/2006/relationships/hyperlink" Target="https://www.w3.org/policies/code-of-conduc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/tree/main/PRESENTATIONS/2025-11-tpa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WoT/IG/wiki/Wiki_for_F2F_2024_planning#Day_1%3A_Thursday%2C_Sep_26%2C_14%3A00-16%3A00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Day 1 Opening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Sebastian </a:t>
            </a:r>
            <a:r>
              <a:rPr lang="en-US" dirty="0" err="1"/>
              <a:t>Käbisch</a:t>
            </a:r>
            <a:endParaRPr lang="en-US" dirty="0"/>
          </a:p>
          <a:p>
            <a:r>
              <a:rPr lang="en-US" dirty="0"/>
              <a:t>November 13, 2025</a:t>
            </a:r>
          </a:p>
          <a:p>
            <a:r>
              <a:rPr lang="en-US" dirty="0"/>
              <a:t>TPAC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2025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7D6A34-B988-5BBA-8428-28F23B21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 Welcome to </a:t>
            </a:r>
            <a:r>
              <a:rPr lang="ja-JP" altLang="de-DE"/>
              <a:t>神戸市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D78075-2411-5E5E-86E2-4A21D9DA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BF234B-D38F-6195-6116-455AA3CA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6FDEECD-CC8B-F37B-CA97-1B9D1AFA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2025-11-12</a:t>
            </a:fld>
            <a:endParaRPr lang="en-US"/>
          </a:p>
        </p:txBody>
      </p:sp>
      <p:pic>
        <p:nvPicPr>
          <p:cNvPr id="1026" name="Picture 2" descr="Kobe, Japan - Travel">
            <a:extLst>
              <a:ext uri="{FF2B5EF4-FFF2-40B4-BE49-F238E27FC236}">
                <a16:creationId xmlns:a16="http://schemas.microsoft.com/office/drawing/2014/main" id="{28D6A69A-437F-4FA8-8E50-68C2BB4F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23" y="1339589"/>
            <a:ext cx="7168442" cy="477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164D8BB-A433-9A93-D6A6-805D3A32AA53}"/>
              </a:ext>
            </a:extLst>
          </p:cNvPr>
          <p:cNvSpPr txBox="1"/>
          <p:nvPr/>
        </p:nvSpPr>
        <p:spPr>
          <a:xfrm>
            <a:off x="2317154" y="6125517"/>
            <a:ext cx="3927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source: </a:t>
            </a:r>
            <a:r>
              <a:rPr lang="en-US" sz="1200" dirty="0">
                <a:hlinkClick r:id="rId3"/>
              </a:rPr>
              <a:t>https://www.advantour.com/japan/kobe.htm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483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and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TPAC Policies</a:t>
            </a:r>
          </a:p>
          <a:p>
            <a:pPr lvl="1"/>
            <a:r>
              <a:rPr lang="en-US" dirty="0">
                <a:hlinkClick r:id="rId2"/>
              </a:rPr>
              <a:t>https://www.w3.org/policies/code-of-conduct/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Please speak slowly and clearly!</a:t>
            </a:r>
          </a:p>
          <a:p>
            <a:r>
              <a:rPr lang="en-US" dirty="0"/>
              <a:t>Hybrid Meeting</a:t>
            </a:r>
          </a:p>
          <a:p>
            <a:pPr lvl="1"/>
            <a:r>
              <a:rPr lang="en-US" dirty="0"/>
              <a:t>Use Zoom for speaker queue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Etherpad</a:t>
            </a:r>
            <a:r>
              <a:rPr lang="en-US" dirty="0"/>
              <a:t> for minutes and latest agenda: </a:t>
            </a:r>
            <a:br>
              <a:rPr lang="en-US" dirty="0"/>
            </a:br>
            <a:r>
              <a:rPr lang="en-US" dirty="0">
                <a:hlinkClick r:id="rId3"/>
              </a:rPr>
              <a:t>https://pad.w3.org/p/2025-11-13-wot</a:t>
            </a:r>
            <a:endParaRPr lang="en-US" dirty="0"/>
          </a:p>
          <a:p>
            <a:pPr lvl="1"/>
            <a:r>
              <a:rPr lang="en-US" dirty="0"/>
              <a:t>Meeting materials:</a:t>
            </a:r>
          </a:p>
          <a:p>
            <a:pPr lvl="2"/>
            <a:r>
              <a:rPr lang="en-US" dirty="0"/>
              <a:t>get pptx templates </a:t>
            </a:r>
          </a:p>
          <a:p>
            <a:pPr lvl="2"/>
            <a:r>
              <a:rPr lang="en-US" dirty="0"/>
              <a:t>find presentations from the F2F meeting</a:t>
            </a:r>
          </a:p>
          <a:p>
            <a:pPr lvl="2"/>
            <a:r>
              <a:rPr lang="en-US" dirty="0">
                <a:hlinkClick r:id="rId4"/>
              </a:rPr>
              <a:t>https://github.com/w3c/wot/tree/main/PRESENTATIONS/2025-11-tpac</a:t>
            </a:r>
            <a:endParaRPr lang="en-US" dirty="0"/>
          </a:p>
          <a:p>
            <a:pPr lvl="1"/>
            <a:r>
              <a:rPr lang="en-US" dirty="0"/>
              <a:t>Scribe: TDB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2025-11-12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5CDF-C795-5938-1BE7-FF6EA804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Agenda: </a:t>
            </a:r>
            <a:r>
              <a:rPr lang="en-CA" dirty="0">
                <a:hlinkClick r:id="rId2"/>
              </a:rPr>
              <a:t>Day 1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904C-630C-5373-7555-81054AB25D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09:00-09:15: Opening (Sebastian)</a:t>
            </a:r>
          </a:p>
          <a:p>
            <a:r>
              <a:rPr lang="de-DE" dirty="0"/>
              <a:t>09:15-10:15: </a:t>
            </a:r>
            <a:r>
              <a:rPr lang="de-DE" dirty="0" err="1"/>
              <a:t>PlugFest</a:t>
            </a:r>
            <a:r>
              <a:rPr lang="de-DE" dirty="0"/>
              <a:t> Summary </a:t>
            </a:r>
          </a:p>
          <a:p>
            <a:r>
              <a:rPr lang="de-DE" dirty="0"/>
              <a:t>10:15-10:30: Reports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relevant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meetings</a:t>
            </a:r>
            <a:r>
              <a:rPr lang="de-DE" dirty="0"/>
              <a:t> (e.g., JSON-LD)</a:t>
            </a:r>
          </a:p>
          <a:p>
            <a:r>
              <a:rPr lang="de-DE" dirty="0"/>
              <a:t>10:30-11:00: Coffee Break</a:t>
            </a:r>
          </a:p>
          <a:p>
            <a:r>
              <a:rPr lang="de-DE" dirty="0"/>
              <a:t>11:00-12:30: Charter WG </a:t>
            </a:r>
            <a:r>
              <a:rPr lang="de-DE" dirty="0" err="1"/>
              <a:t>plans</a:t>
            </a:r>
            <a:r>
              <a:rPr lang="de-DE" dirty="0"/>
              <a:t> (Sebastian / Michael)</a:t>
            </a:r>
          </a:p>
          <a:p>
            <a:r>
              <a:rPr lang="de-DE" dirty="0"/>
              <a:t>12:30-13:45: Lunch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1902C-1D1B-5656-98B2-C6636E7235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dirty="0"/>
              <a:t>13:45-15:00: Thing Description (Ege / Michael)</a:t>
            </a:r>
          </a:p>
          <a:p>
            <a:r>
              <a:rPr lang="de-DE" dirty="0"/>
              <a:t>15:00-15:30: Coffee Break</a:t>
            </a:r>
          </a:p>
          <a:p>
            <a:r>
              <a:rPr lang="de-DE" dirty="0"/>
              <a:t>15:30-16:45: Scripting API (Daniel / Cristiano)</a:t>
            </a:r>
          </a:p>
          <a:p>
            <a:r>
              <a:rPr lang="de-DE" dirty="0"/>
              <a:t>16:45: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day</a:t>
            </a:r>
            <a:endParaRPr lang="de-DE" dirty="0"/>
          </a:p>
          <a:p>
            <a:r>
              <a:rPr lang="de-DE" dirty="0"/>
              <a:t>19:00: </a:t>
            </a:r>
            <a:r>
              <a:rPr lang="de-DE" dirty="0" err="1"/>
              <a:t>WoT</a:t>
            </a:r>
            <a:r>
              <a:rPr lang="de-DE" dirty="0"/>
              <a:t> Dinner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B5C6E-FCE5-9138-EF9C-C0F23CFA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0E5D-EC04-AA49-8D52-0FCB6E08F63D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985B-63E7-A839-DCA2-AD37763F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A1E7E-C0EE-706A-B435-52C1D785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245</Words>
  <Application>Microsoft Macintosh PowerPoint</Application>
  <PresentationFormat>Breitbild</PresentationFormat>
  <Paragraphs>40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Day 1 Opening</vt:lpstr>
      <vt:lpstr>Warm Welcome to 神戸市</vt:lpstr>
      <vt:lpstr>Policies and Procedures</vt:lpstr>
      <vt:lpstr>Agenda: Day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CED)</cp:lastModifiedBy>
  <cp:revision>9</cp:revision>
  <dcterms:created xsi:type="dcterms:W3CDTF">2024-09-04T13:22:45Z</dcterms:created>
  <dcterms:modified xsi:type="dcterms:W3CDTF">2025-11-12T06:09:35Z</dcterms:modified>
</cp:coreProperties>
</file>