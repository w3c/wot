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31" autoAdjust="0"/>
    <p:restoredTop sz="94694"/>
  </p:normalViewPr>
  <p:slideViewPr>
    <p:cSldViewPr snapToGrid="0" snapToObjects="1">
      <p:cViewPr varScale="1">
        <p:scale>
          <a:sx n="162" d="100"/>
          <a:sy n="162" d="100"/>
        </p:scale>
        <p:origin x="200" y="8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10/27/26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 – TPAC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2026-10-27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2026-10-27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2026-10-27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2026-10-27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2026-10-27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2026-10-27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2026-10-27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2026-10-27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2026-10-27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2026-10-27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W3C Web of Things (</a:t>
            </a:r>
            <a:r>
              <a:rPr lang="en-US" dirty="0" err="1"/>
              <a:t>WoT</a:t>
            </a:r>
            <a:r>
              <a:rPr lang="en-US" dirty="0"/>
              <a:t>) WG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2026-10-28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 err="1"/>
              <a:t>LoRaWAN</a:t>
            </a:r>
            <a:r>
              <a:rPr lang="en-US" dirty="0"/>
              <a:t> and AI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Mahda Noura, Ege Korkan (Siemens)</a:t>
            </a:r>
          </a:p>
          <a:p>
            <a:r>
              <a:rPr lang="en-US" dirty="0"/>
              <a:t>28 October 2026</a:t>
            </a:r>
          </a:p>
          <a:p>
            <a:r>
              <a:rPr lang="en-US" dirty="0"/>
              <a:t>W3C TPAC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 – TPAC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5AABA4-AFFD-9024-B86A-ADE34A6DB709}"/>
              </a:ext>
            </a:extLst>
          </p:cNvPr>
          <p:cNvSpPr/>
          <p:nvPr/>
        </p:nvSpPr>
        <p:spPr>
          <a:xfrm>
            <a:off x="543910" y="528145"/>
            <a:ext cx="2758966" cy="1221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MAHDA: Feel free to change the title. Not sure what Sebastian wrote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F218B-E994-080D-2EDC-F6B6F8E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4CC41-BE4B-4974-3046-C71759AE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50076A4-A326-A214-CA27-2DCC1BEE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A" dirty="0"/>
              <a:t>2026-10-28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98184C-4FAD-DAC7-D7D9-9E6BD5E1F4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21" t="24175" r="5010" b="22695"/>
          <a:stretch>
            <a:fillRect/>
          </a:stretch>
        </p:blipFill>
        <p:spPr>
          <a:xfrm>
            <a:off x="914398" y="1880419"/>
            <a:ext cx="7000569" cy="309716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EFC9326-3554-2EBA-F028-5E46DBB5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LoRaWAN</a:t>
            </a:r>
            <a:r>
              <a:rPr lang="en-US" dirty="0"/>
              <a:t> Setup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5A3B6-A7A0-4B96-7607-8124E6378D97}"/>
              </a:ext>
            </a:extLst>
          </p:cNvPr>
          <p:cNvSpPr/>
          <p:nvPr/>
        </p:nvSpPr>
        <p:spPr>
          <a:xfrm>
            <a:off x="8892176" y="2440095"/>
            <a:ext cx="1435510" cy="882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LoRa Application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FA9AEA-01A0-1127-EA13-11D8634E52CD}"/>
              </a:ext>
            </a:extLst>
          </p:cNvPr>
          <p:cNvSpPr/>
          <p:nvPr/>
        </p:nvSpPr>
        <p:spPr>
          <a:xfrm>
            <a:off x="8892176" y="3842053"/>
            <a:ext cx="1435510" cy="8824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Zenoh</a:t>
            </a:r>
            <a:r>
              <a:rPr lang="en-US" dirty="0"/>
              <a:t> Broker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916297DF-B37B-760C-E5A0-E70063C7DB33}"/>
              </a:ext>
            </a:extLst>
          </p:cNvPr>
          <p:cNvCxnSpPr>
            <a:endCxn id="10" idx="1"/>
          </p:cNvCxnSpPr>
          <p:nvPr/>
        </p:nvCxnSpPr>
        <p:spPr>
          <a:xfrm flipV="1">
            <a:off x="6534807" y="2881318"/>
            <a:ext cx="2357369" cy="721103"/>
          </a:xfrm>
          <a:prstGeom prst="bentConnector3">
            <a:avLst>
              <a:gd name="adj1" fmla="val 78423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4536D5-A0C3-826C-16E5-8685B2AC8D95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9609931" y="3322540"/>
            <a:ext cx="0" cy="51951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E3E1C1-2361-F4E7-4E16-A7AF35BE550C}"/>
              </a:ext>
            </a:extLst>
          </p:cNvPr>
          <p:cNvCxnSpPr>
            <a:cxnSpLocks/>
          </p:cNvCxnSpPr>
          <p:nvPr/>
        </p:nvCxnSpPr>
        <p:spPr>
          <a:xfrm>
            <a:off x="5060731" y="3129455"/>
            <a:ext cx="847270" cy="16843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894EFB-8B14-6994-3627-AEDF8C1BA683}"/>
              </a:ext>
            </a:extLst>
          </p:cNvPr>
          <p:cNvCxnSpPr>
            <a:cxnSpLocks/>
          </p:cNvCxnSpPr>
          <p:nvPr/>
        </p:nvCxnSpPr>
        <p:spPr>
          <a:xfrm flipV="1">
            <a:off x="4414682" y="3641560"/>
            <a:ext cx="1493319" cy="3968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37CC10-2743-AAE0-9BFF-39B6798284E8}"/>
              </a:ext>
            </a:extLst>
          </p:cNvPr>
          <p:cNvCxnSpPr>
            <a:cxnSpLocks/>
          </p:cNvCxnSpPr>
          <p:nvPr/>
        </p:nvCxnSpPr>
        <p:spPr>
          <a:xfrm flipV="1">
            <a:off x="3833985" y="3749838"/>
            <a:ext cx="2074016" cy="12114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E26AF9-0B10-07FF-85DA-6B9E288672AB}"/>
              </a:ext>
            </a:extLst>
          </p:cNvPr>
          <p:cNvCxnSpPr>
            <a:cxnSpLocks/>
          </p:cNvCxnSpPr>
          <p:nvPr/>
        </p:nvCxnSpPr>
        <p:spPr>
          <a:xfrm>
            <a:off x="4409258" y="3129455"/>
            <a:ext cx="1498743" cy="32237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D2C955-6C8C-521F-CFC5-BDB287368D1F}"/>
              </a:ext>
            </a:extLst>
          </p:cNvPr>
          <p:cNvCxnSpPr>
            <a:cxnSpLocks/>
          </p:cNvCxnSpPr>
          <p:nvPr/>
        </p:nvCxnSpPr>
        <p:spPr>
          <a:xfrm>
            <a:off x="3833985" y="3194188"/>
            <a:ext cx="2074016" cy="365919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35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AD2B-3B8A-3BD0-4DE0-17D29EE05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LoRaWAN</a:t>
            </a:r>
            <a:r>
              <a:rPr lang="en-US" dirty="0"/>
              <a:t> Setup: One way to use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2E543E-FB7A-3532-E1BE-61AF1D59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AC621C-6DD7-6B63-43B8-A68ECF24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3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182E36-1033-5917-1408-FDD1122F9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AB22F4-8ED9-008B-092C-900D93F11F50}"/>
              </a:ext>
            </a:extLst>
          </p:cNvPr>
          <p:cNvSpPr/>
          <p:nvPr/>
        </p:nvSpPr>
        <p:spPr>
          <a:xfrm>
            <a:off x="954280" y="2987777"/>
            <a:ext cx="1435510" cy="8824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Zenoh</a:t>
            </a:r>
            <a:r>
              <a:rPr lang="en-US" dirty="0"/>
              <a:t> Broker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A43943-71FE-03C8-8CA8-A34CCB1B4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379" y="1607378"/>
            <a:ext cx="7772400" cy="412161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98A195-023A-65E4-985E-18F4AE3685DC}"/>
              </a:ext>
            </a:extLst>
          </p:cNvPr>
          <p:cNvCxnSpPr>
            <a:stCxn id="7" idx="3"/>
          </p:cNvCxnSpPr>
          <p:nvPr/>
        </p:nvCxnSpPr>
        <p:spPr>
          <a:xfrm>
            <a:off x="2389790" y="3429000"/>
            <a:ext cx="155158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437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E9AF4-0057-07F7-CE90-A29A5212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D337-7150-9F8E-A69B-1C188245E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use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D5487-26CA-1886-7349-103AA449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 – TPAC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C4D65B-6C3E-9908-2FA4-5EA8F219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4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9262C68-7B38-7691-4639-37A324E33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2026-10-27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DB6D6A-AEC4-6CC4-758E-AD5031D4F81D}"/>
              </a:ext>
            </a:extLst>
          </p:cNvPr>
          <p:cNvSpPr/>
          <p:nvPr/>
        </p:nvSpPr>
        <p:spPr>
          <a:xfrm>
            <a:off x="954280" y="2987777"/>
            <a:ext cx="1435510" cy="8824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Zenoh</a:t>
            </a:r>
            <a:r>
              <a:rPr lang="en-US" dirty="0"/>
              <a:t> Broker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12025E1-6C47-F4E1-0680-56AC5D1D94A3}"/>
              </a:ext>
            </a:extLst>
          </p:cNvPr>
          <p:cNvCxnSpPr>
            <a:stCxn id="7" idx="3"/>
          </p:cNvCxnSpPr>
          <p:nvPr/>
        </p:nvCxnSpPr>
        <p:spPr>
          <a:xfrm>
            <a:off x="2389790" y="3429000"/>
            <a:ext cx="1551589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D31504A-8CB3-6555-4A21-6FD10113A195}"/>
              </a:ext>
            </a:extLst>
          </p:cNvPr>
          <p:cNvGrpSpPr/>
          <p:nvPr/>
        </p:nvGrpSpPr>
        <p:grpSpPr>
          <a:xfrm>
            <a:off x="704131" y="4537841"/>
            <a:ext cx="1718356" cy="1163956"/>
            <a:chOff x="671434" y="4304417"/>
            <a:chExt cx="1718356" cy="116395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291AA1C-155A-E51B-A38E-82A5CA77191C}"/>
                </a:ext>
              </a:extLst>
            </p:cNvPr>
            <p:cNvSpPr/>
            <p:nvPr/>
          </p:nvSpPr>
          <p:spPr>
            <a:xfrm>
              <a:off x="671434" y="4585928"/>
              <a:ext cx="1435510" cy="88244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Modbus Device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84D017-DDB0-8705-2AF4-E02087CB9B26}"/>
                </a:ext>
              </a:extLst>
            </p:cNvPr>
            <p:cNvSpPr/>
            <p:nvPr/>
          </p:nvSpPr>
          <p:spPr>
            <a:xfrm>
              <a:off x="812857" y="4447938"/>
              <a:ext cx="1435510" cy="88244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Modbus Device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A1D62C-D35E-7F2D-60CC-4D0F6FC40CDD}"/>
                </a:ext>
              </a:extLst>
            </p:cNvPr>
            <p:cNvSpPr/>
            <p:nvPr/>
          </p:nvSpPr>
          <p:spPr>
            <a:xfrm>
              <a:off x="954280" y="4304417"/>
              <a:ext cx="1435510" cy="882445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Modbus Device</a:t>
              </a:r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54941F-978A-CF0F-959C-9FA993102F1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422487" y="4035972"/>
            <a:ext cx="1518892" cy="943092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134F5FF-6A2A-5EDA-78FC-2846DD70A4E3}"/>
              </a:ext>
            </a:extLst>
          </p:cNvPr>
          <p:cNvSpPr/>
          <p:nvPr/>
        </p:nvSpPr>
        <p:spPr>
          <a:xfrm>
            <a:off x="3941379" y="2276067"/>
            <a:ext cx="5242035" cy="28088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Agent</a:t>
            </a:r>
          </a:p>
        </p:txBody>
      </p:sp>
    </p:spTree>
    <p:extLst>
      <p:ext uri="{BB962C8B-B14F-4D97-AF65-F5344CB8AC3E}">
        <p14:creationId xmlns:p14="http://schemas.microsoft.com/office/powerpoint/2010/main" val="163285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17</TotalTime>
  <Words>114</Words>
  <Application>Microsoft Macintosh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LoRaWAN and AI Agents</vt:lpstr>
      <vt:lpstr>LoRaWAN Setup</vt:lpstr>
      <vt:lpstr>LoRaWAN Setup: One way to use it</vt:lpstr>
      <vt:lpstr>Another way to use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Korkan, Ege (SI B T TAI)</cp:lastModifiedBy>
  <cp:revision>9</cp:revision>
  <dcterms:created xsi:type="dcterms:W3CDTF">2024-09-04T13:22:45Z</dcterms:created>
  <dcterms:modified xsi:type="dcterms:W3CDTF">2026-10-27T17:16:49Z</dcterms:modified>
</cp:coreProperties>
</file>