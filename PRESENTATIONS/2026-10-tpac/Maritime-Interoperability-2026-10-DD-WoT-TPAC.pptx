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94"/>
  </p:normalViewPr>
  <p:slideViewPr>
    <p:cSldViewPr snapToGrid="0" snapToObject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onstad, Phillip" userId="ef9a87ef-7868-4df4-b8ed-721ac3c28ac7" providerId="ADAL" clId="{A982E096-80C5-4EBC-A354-328E4E27E982}"/>
    <pc:docChg chg="modSld">
      <pc:chgData name="Tronstad, Phillip" userId="ef9a87ef-7868-4df4-b8ed-721ac3c28ac7" providerId="ADAL" clId="{A982E096-80C5-4EBC-A354-328E4E27E982}" dt="2026-10-28T17:20:49.134" v="9" actId="20577"/>
      <pc:docMkLst>
        <pc:docMk/>
      </pc:docMkLst>
      <pc:sldChg chg="modSp mod">
        <pc:chgData name="Tronstad, Phillip" userId="ef9a87ef-7868-4df4-b8ed-721ac3c28ac7" providerId="ADAL" clId="{A982E096-80C5-4EBC-A354-328E4E27E982}" dt="2026-10-28T17:20:49.134" v="9" actId="20577"/>
        <pc:sldMkLst>
          <pc:docMk/>
          <pc:sldMk cId="172328536" sldId="256"/>
        </pc:sldMkLst>
        <pc:spChg chg="mod">
          <ac:chgData name="Tronstad, Phillip" userId="ef9a87ef-7868-4df4-b8ed-721ac3c28ac7" providerId="ADAL" clId="{A982E096-80C5-4EBC-A354-328E4E27E982}" dt="2026-10-28T17:20:49.134" v="9" actId="20577"/>
          <ac:spMkLst>
            <pc:docMk/>
            <pc:sldMk cId="172328536" sldId="256"/>
            <ac:spMk id="3" creationId="{C0E957DB-7468-C943-8F4B-9FE90A3CB8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16669-4A9E-2244-B321-FE3C257B74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7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16669-4A9E-2244-B321-FE3C257B74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81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 – TPAC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2026-10-27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2026-10-27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2026-10-27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2026-10-27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2026-10-27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2026-10-27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2026-10-27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2026-10-27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2026-10-27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2026-10-27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3A2E78-F38A-E046-ACDB-668F070D1EF6}" type="datetime1">
              <a:rPr lang="en-CA" smtClean="0"/>
              <a:pPr/>
              <a:t>2026-10-27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>
            <a:normAutofit fontScale="90000"/>
          </a:bodyPr>
          <a:lstStyle/>
          <a:p>
            <a:r>
              <a:rPr lang="en-US" dirty="0"/>
              <a:t>Enabling Interoperability in the Maritime Domain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Mateusz Jaworski, Phillip Tronstad (DNV)</a:t>
            </a:r>
          </a:p>
          <a:p>
            <a:r>
              <a:rPr lang="en-US" dirty="0"/>
              <a:t>27.10.2026</a:t>
            </a:r>
          </a:p>
          <a:p>
            <a:r>
              <a:rPr lang="en-US" dirty="0"/>
              <a:t>TPAC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 – TPAC 2026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194C-11B4-DF4D-BD5B-07A74B9C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Maritime needs shared data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B15A-EE83-6C46-B3BF-DD4FF849D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Maritime systems still lack consistency, industry-wide standardization</a:t>
            </a:r>
          </a:p>
          <a:p>
            <a:pPr lvl="1"/>
            <a:r>
              <a:rPr lang="en-US" dirty="0"/>
              <a:t>Similar concepts can be named, structured, or measured differently</a:t>
            </a:r>
          </a:p>
          <a:p>
            <a:pPr lvl="1"/>
            <a:r>
              <a:rPr lang="en-US" dirty="0"/>
              <a:t>Integrations rely on one-off interpretation and mapping</a:t>
            </a:r>
          </a:p>
          <a:p>
            <a:pPr lvl="1"/>
            <a:r>
              <a:rPr lang="en-US" dirty="0"/>
              <a:t>Makes data harder to exchange, reuse and scale across companies</a:t>
            </a:r>
          </a:p>
          <a:p>
            <a:pPr lvl="1"/>
            <a:r>
              <a:rPr lang="en-US" dirty="0"/>
              <a:t>There are some coding standards in the maritime domain, but no Thing models or domain ontologies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-&gt; </a:t>
            </a:r>
            <a:r>
              <a:rPr lang="en-US" dirty="0" err="1"/>
              <a:t>ITxMaritime</a:t>
            </a:r>
            <a:r>
              <a:rPr lang="en-US" dirty="0"/>
              <a:t>: DNV and maritime companies collaborating on data standards and interoperability, modelled on </a:t>
            </a:r>
            <a:r>
              <a:rPr lang="en-US" dirty="0" err="1"/>
              <a:t>ITxPT</a:t>
            </a:r>
            <a:r>
              <a:rPr lang="en-US" dirty="0"/>
              <a:t> (Public Transport)</a:t>
            </a:r>
          </a:p>
          <a:p>
            <a:pPr marL="0" indent="0">
              <a:buNone/>
            </a:pPr>
            <a:r>
              <a:rPr lang="en-US" dirty="0"/>
              <a:t>-&gt; MLD: Maritime Linked Data (</a:t>
            </a:r>
            <a:r>
              <a:rPr lang="en-US" dirty="0" err="1"/>
              <a:t>WoT</a:t>
            </a:r>
            <a:r>
              <a:rPr lang="en-US" dirty="0"/>
              <a:t> + Ontology)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3E547-66FF-8D41-A445-B9D23F2D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A42-2970-1B4D-9C1F-77F249CD7467}" type="datetime1">
              <a:rPr lang="en-CA" smtClean="0"/>
              <a:t>2026-10-27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3CDDC-3456-C849-BC93-92466B8A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 – TPAC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B2D99-10F9-7144-B8A4-C7301A56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5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275A-389A-3CE2-40C0-9547B0148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WoT</a:t>
            </a:r>
            <a:r>
              <a:rPr lang="en-GB" dirty="0"/>
              <a:t> Factory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263B-5F7F-5E39-1B4F-8D3750C80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Interactively develop </a:t>
            </a:r>
            <a:r>
              <a:rPr lang="en-GB" dirty="0" err="1"/>
              <a:t>WoT</a:t>
            </a:r>
            <a:r>
              <a:rPr lang="en-GB" dirty="0"/>
              <a:t> affordances, models and descriptions</a:t>
            </a:r>
          </a:p>
          <a:p>
            <a:r>
              <a:rPr lang="en-GB" dirty="0"/>
              <a:t>LLMs assists subject-matter experts to build and update the </a:t>
            </a:r>
            <a:r>
              <a:rPr lang="en-GB" dirty="0" err="1"/>
              <a:t>WoT</a:t>
            </a:r>
            <a:r>
              <a:rPr lang="en-GB" dirty="0"/>
              <a:t> library</a:t>
            </a:r>
          </a:p>
          <a:p>
            <a:r>
              <a:rPr lang="en-GB" dirty="0"/>
              <a:t>Repository patterns</a:t>
            </a:r>
          </a:p>
          <a:p>
            <a:pPr lvl="1"/>
            <a:r>
              <a:rPr lang="en-GB" dirty="0"/>
              <a:t>Use the existing artifacts as examples</a:t>
            </a:r>
          </a:p>
          <a:p>
            <a:r>
              <a:rPr lang="en-GB" dirty="0"/>
              <a:t>Selected AI context</a:t>
            </a:r>
          </a:p>
          <a:p>
            <a:pPr lvl="1"/>
            <a:r>
              <a:rPr lang="en-GB" dirty="0"/>
              <a:t>Guide the generation with chosen repository files and ontologies</a:t>
            </a:r>
          </a:p>
          <a:p>
            <a:r>
              <a:rPr lang="en-GB" dirty="0"/>
              <a:t>Create </a:t>
            </a:r>
            <a:r>
              <a:rPr lang="en-GB" dirty="0" err="1"/>
              <a:t>WoT</a:t>
            </a:r>
            <a:r>
              <a:rPr lang="en-GB" dirty="0"/>
              <a:t> artifacts, resolve references, and validate before sharing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65281-CE22-C133-18F0-98F39A18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8F547-39AD-DAD2-F29B-4A9563C0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DC952CF-831D-188F-6FBD-DC2D3325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31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57c84fa2-b2bb-403e-b8d4-2e71c559e792}" enabled="1" method="Privileged" siteId="{adf10e2b-b6e9-41d6-be2f-c12bb566019c}" removed="0"/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1628</TotalTime>
  <Words>199</Words>
  <Application>Microsoft Office PowerPoint</Application>
  <PresentationFormat>Widescreen</PresentationFormat>
  <Paragraphs>30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Enabling Interoperability in the Maritime Domain</vt:lpstr>
      <vt:lpstr>Maritime needs shared data conventions</vt:lpstr>
      <vt:lpstr>WoT Factory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Tronstad, Phillip</cp:lastModifiedBy>
  <cp:revision>8</cp:revision>
  <dcterms:created xsi:type="dcterms:W3CDTF">2024-09-04T13:22:45Z</dcterms:created>
  <dcterms:modified xsi:type="dcterms:W3CDTF">2026-10-28T17:20:53Z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</Properties>
</file>