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94"/>
  </p:normalViewPr>
  <p:slideViewPr>
    <p:cSldViewPr snapToGrid="0" snapToObjects="1">
      <p:cViewPr varScale="1">
        <p:scale>
          <a:sx n="123" d="100"/>
          <a:sy n="123" d="100"/>
        </p:scale>
        <p:origin x="57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 – TPAC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2026-10-25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2026-10-25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2026-10-25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2026-10-25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2026-10-25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2026-10-25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2026-10-25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2026-10-25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2026-10-25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2026-10-25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2026-10-25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Presenter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TPAC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94C-11B4-DF4D-BD5B-07A74B9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15A-EE83-6C46-B3BF-DD4FF84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point</a:t>
            </a:r>
          </a:p>
          <a:p>
            <a:pPr lvl="1"/>
            <a:r>
              <a:rPr lang="en-US" dirty="0"/>
              <a:t>A detail in the first point</a:t>
            </a:r>
          </a:p>
          <a:p>
            <a:pPr lvl="2"/>
            <a:r>
              <a:rPr lang="en-US" dirty="0"/>
              <a:t>A detail of the detail in the first point</a:t>
            </a:r>
          </a:p>
          <a:p>
            <a:r>
              <a:rPr lang="en-US" dirty="0"/>
              <a:t>Second point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E547-66FF-8D41-A445-B9D23F2D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A42-2970-1B4D-9C1F-77F249CD7467}" type="datetime1">
              <a:rPr lang="en-CA" smtClean="0"/>
              <a:t>2026-10-25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3CDDC-3456-C849-BC93-92466B8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2D99-10F9-7144-B8A4-C7301A5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5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49</Words>
  <Application>Microsoft Macintosh PowerPoint</Application>
  <PresentationFormat>Breitbild</PresentationFormat>
  <Paragraphs>13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Kaebisch, Sebastian (FT RPD CPC)</cp:lastModifiedBy>
  <cp:revision>6</cp:revision>
  <dcterms:created xsi:type="dcterms:W3CDTF">2024-09-04T13:22:45Z</dcterms:created>
  <dcterms:modified xsi:type="dcterms:W3CDTF">2026-10-25T15:36:50Z</dcterms:modified>
</cp:coreProperties>
</file>