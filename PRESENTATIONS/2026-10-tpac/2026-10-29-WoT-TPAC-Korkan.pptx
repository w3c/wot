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58" r:id="rId5"/>
    <p:sldId id="270" r:id="rId6"/>
    <p:sldId id="260" r:id="rId7"/>
    <p:sldId id="261" r:id="rId8"/>
    <p:sldId id="262" r:id="rId9"/>
    <p:sldId id="268" r:id="rId10"/>
    <p:sldId id="269" r:id="rId11"/>
    <p:sldId id="263" r:id="rId12"/>
    <p:sldId id="264" r:id="rId13"/>
    <p:sldId id="265" r:id="rId14"/>
    <p:sldId id="271" r:id="rId15"/>
    <p:sldId id="266" r:id="rId16"/>
    <p:sldId id="267" r:id="rId17"/>
    <p:sldId id="276" r:id="rId18"/>
    <p:sldId id="273" r:id="rId19"/>
    <p:sldId id="272" r:id="rId20"/>
    <p:sldId id="274" r:id="rId21"/>
    <p:sldId id="275" r:id="rId22"/>
    <p:sldId id="277" r:id="rId23"/>
    <p:sldId id="278" r:id="rId24"/>
    <p:sldId id="280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CF4B3-A7A1-A34F-AB81-822F85F96633}" v="98" dt="2026-10-30T08:41:42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0" autoAdjust="0"/>
    <p:restoredTop sz="94694"/>
  </p:normalViewPr>
  <p:slideViewPr>
    <p:cSldViewPr snapToGrid="0" snapToObjects="1">
      <p:cViewPr>
        <p:scale>
          <a:sx n="172" d="100"/>
          <a:sy n="172" d="100"/>
        </p:scale>
        <p:origin x="1064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kan, Ege (SI B T TAI)" userId="d4a09f25-e37d-4f6d-95cf-a8c302d7e2d2" providerId="ADAL" clId="{D725C93F-26E5-5DD2-B8F9-40AAD28B223E}"/>
    <pc:docChg chg="undo custSel addSld delSld modSld modMainMaster">
      <pc:chgData name="Korkan, Ege (SI B T TAI)" userId="d4a09f25-e37d-4f6d-95cf-a8c302d7e2d2" providerId="ADAL" clId="{D725C93F-26E5-5DD2-B8F9-40AAD28B223E}" dt="2026-10-30T12:33:16.202" v="3415" actId="1076"/>
      <pc:docMkLst>
        <pc:docMk/>
      </pc:docMkLst>
      <pc:sldChg chg="delSp modSp mod">
        <pc:chgData name="Korkan, Ege (SI B T TAI)" userId="d4a09f25-e37d-4f6d-95cf-a8c302d7e2d2" providerId="ADAL" clId="{D725C93F-26E5-5DD2-B8F9-40AAD28B223E}" dt="2026-10-29T00:46:30.506" v="37" actId="20577"/>
        <pc:sldMkLst>
          <pc:docMk/>
          <pc:sldMk cId="172328536" sldId="256"/>
        </pc:sldMkLst>
        <pc:spChg chg="mod">
          <ac:chgData name="Korkan, Ege (SI B T TAI)" userId="d4a09f25-e37d-4f6d-95cf-a8c302d7e2d2" providerId="ADAL" clId="{D725C93F-26E5-5DD2-B8F9-40AAD28B223E}" dt="2026-10-29T00:46:20.532" v="30" actId="20577"/>
          <ac:spMkLst>
            <pc:docMk/>
            <pc:sldMk cId="172328536" sldId="256"/>
            <ac:spMk id="2" creationId="{F0887674-345B-6D45-8433-396169D87CDD}"/>
          </ac:spMkLst>
        </pc:spChg>
        <pc:spChg chg="mod">
          <ac:chgData name="Korkan, Ege (SI B T TAI)" userId="d4a09f25-e37d-4f6d-95cf-a8c302d7e2d2" providerId="ADAL" clId="{D725C93F-26E5-5DD2-B8F9-40AAD28B223E}" dt="2026-10-29T00:46:30.506" v="37" actId="20577"/>
          <ac:spMkLst>
            <pc:docMk/>
            <pc:sldMk cId="172328536" sldId="256"/>
            <ac:spMk id="3" creationId="{C0E957DB-7468-C943-8F4B-9FE90A3CB8D2}"/>
          </ac:spMkLst>
        </pc:spChg>
        <pc:spChg chg="del">
          <ac:chgData name="Korkan, Ege (SI B T TAI)" userId="d4a09f25-e37d-4f6d-95cf-a8c302d7e2d2" providerId="ADAL" clId="{D725C93F-26E5-5DD2-B8F9-40AAD28B223E}" dt="2026-10-29T00:46:05.570" v="0" actId="478"/>
          <ac:spMkLst>
            <pc:docMk/>
            <pc:sldMk cId="172328536" sldId="256"/>
            <ac:spMk id="5" creationId="{0F5AABA4-AFFD-9024-B86A-ADE34A6DB709}"/>
          </ac:spMkLst>
        </pc:spChg>
      </pc:sldChg>
      <pc:sldChg chg="modSp new mod">
        <pc:chgData name="Korkan, Ege (SI B T TAI)" userId="d4a09f25-e37d-4f6d-95cf-a8c302d7e2d2" providerId="ADAL" clId="{D725C93F-26E5-5DD2-B8F9-40AAD28B223E}" dt="2026-10-29T17:48:19.800" v="3118"/>
        <pc:sldMkLst>
          <pc:docMk/>
          <pc:sldMk cId="1609199058" sldId="257"/>
        </pc:sldMkLst>
        <pc:spChg chg="mod">
          <ac:chgData name="Korkan, Ege (SI B T TAI)" userId="d4a09f25-e37d-4f6d-95cf-a8c302d7e2d2" providerId="ADAL" clId="{D725C93F-26E5-5DD2-B8F9-40AAD28B223E}" dt="2026-10-29T01:01:15.225" v="50" actId="20577"/>
          <ac:spMkLst>
            <pc:docMk/>
            <pc:sldMk cId="1609199058" sldId="257"/>
            <ac:spMk id="2" creationId="{5776CE35-1736-85E7-B74F-65CE19538811}"/>
          </ac:spMkLst>
        </pc:spChg>
        <pc:spChg chg="mod">
          <ac:chgData name="Korkan, Ege (SI B T TAI)" userId="d4a09f25-e37d-4f6d-95cf-a8c302d7e2d2" providerId="ADAL" clId="{D725C93F-26E5-5DD2-B8F9-40AAD28B223E}" dt="2026-10-29T17:48:19.800" v="3118"/>
          <ac:spMkLst>
            <pc:docMk/>
            <pc:sldMk cId="1609199058" sldId="257"/>
            <ac:spMk id="3" creationId="{9C7E747D-6103-1C84-2B7F-F527A7182AA6}"/>
          </ac:spMkLst>
        </pc:spChg>
      </pc:sldChg>
      <pc:sldChg chg="del">
        <pc:chgData name="Korkan, Ege (SI B T TAI)" userId="d4a09f25-e37d-4f6d-95cf-a8c302d7e2d2" providerId="ADAL" clId="{D725C93F-26E5-5DD2-B8F9-40AAD28B223E}" dt="2026-10-29T00:54:13.339" v="38" actId="2696"/>
        <pc:sldMkLst>
          <pc:docMk/>
          <pc:sldMk cId="382635136" sldId="258"/>
        </pc:sldMkLst>
      </pc:sldChg>
      <pc:sldChg chg="addSp delSp modSp new mod">
        <pc:chgData name="Korkan, Ege (SI B T TAI)" userId="d4a09f25-e37d-4f6d-95cf-a8c302d7e2d2" providerId="ADAL" clId="{D725C93F-26E5-5DD2-B8F9-40AAD28B223E}" dt="2026-10-29T01:16:14.174" v="370" actId="20577"/>
        <pc:sldMkLst>
          <pc:docMk/>
          <pc:sldMk cId="1175322332" sldId="258"/>
        </pc:sldMkLst>
        <pc:spChg chg="mod">
          <ac:chgData name="Korkan, Ege (SI B T TAI)" userId="d4a09f25-e37d-4f6d-95cf-a8c302d7e2d2" providerId="ADAL" clId="{D725C93F-26E5-5DD2-B8F9-40AAD28B223E}" dt="2026-10-29T01:15:32.963" v="343" actId="20577"/>
          <ac:spMkLst>
            <pc:docMk/>
            <pc:sldMk cId="1175322332" sldId="258"/>
            <ac:spMk id="2" creationId="{D49477B6-A476-0BBD-AD43-B2F3EFEB6168}"/>
          </ac:spMkLst>
        </pc:spChg>
        <pc:spChg chg="del">
          <ac:chgData name="Korkan, Ege (SI B T TAI)" userId="d4a09f25-e37d-4f6d-95cf-a8c302d7e2d2" providerId="ADAL" clId="{D725C93F-26E5-5DD2-B8F9-40AAD28B223E}" dt="2026-10-29T01:03:03.801" v="92" actId="478"/>
          <ac:spMkLst>
            <pc:docMk/>
            <pc:sldMk cId="1175322332" sldId="258"/>
            <ac:spMk id="3" creationId="{A08E8FCC-FD39-0249-32D5-2461B6060931}"/>
          </ac:spMkLst>
        </pc:spChg>
        <pc:spChg chg="add mod">
          <ac:chgData name="Korkan, Ege (SI B T TAI)" userId="d4a09f25-e37d-4f6d-95cf-a8c302d7e2d2" providerId="ADAL" clId="{D725C93F-26E5-5DD2-B8F9-40AAD28B223E}" dt="2026-10-29T01:03:54.274" v="168" actId="1076"/>
          <ac:spMkLst>
            <pc:docMk/>
            <pc:sldMk cId="1175322332" sldId="258"/>
            <ac:spMk id="7" creationId="{2DE66522-1DC0-47DA-328A-7CD1A4B127C2}"/>
          </ac:spMkLst>
        </pc:spChg>
        <pc:spChg chg="add mod">
          <ac:chgData name="Korkan, Ege (SI B T TAI)" userId="d4a09f25-e37d-4f6d-95cf-a8c302d7e2d2" providerId="ADAL" clId="{D725C93F-26E5-5DD2-B8F9-40AAD28B223E}" dt="2026-10-29T01:11:33.705" v="271" actId="20577"/>
          <ac:spMkLst>
            <pc:docMk/>
            <pc:sldMk cId="1175322332" sldId="258"/>
            <ac:spMk id="8" creationId="{00A0A8DA-1396-55E7-9A9D-45054C3C4F23}"/>
          </ac:spMkLst>
        </pc:spChg>
        <pc:spChg chg="add mod">
          <ac:chgData name="Korkan, Ege (SI B T TAI)" userId="d4a09f25-e37d-4f6d-95cf-a8c302d7e2d2" providerId="ADAL" clId="{D725C93F-26E5-5DD2-B8F9-40AAD28B223E}" dt="2026-10-29T01:04:02.558" v="180"/>
          <ac:spMkLst>
            <pc:docMk/>
            <pc:sldMk cId="1175322332" sldId="258"/>
            <ac:spMk id="9" creationId="{9EB479AE-8901-2BA5-97AB-A375C932C2FE}"/>
          </ac:spMkLst>
        </pc:spChg>
        <pc:spChg chg="add del mod">
          <ac:chgData name="Korkan, Ege (SI B T TAI)" userId="d4a09f25-e37d-4f6d-95cf-a8c302d7e2d2" providerId="ADAL" clId="{D725C93F-26E5-5DD2-B8F9-40AAD28B223E}" dt="2026-10-29T01:04:15.707" v="186" actId="478"/>
          <ac:spMkLst>
            <pc:docMk/>
            <pc:sldMk cId="1175322332" sldId="258"/>
            <ac:spMk id="10" creationId="{AB03D935-7B64-F2CF-9A44-E2D2D7B3CD5A}"/>
          </ac:spMkLst>
        </pc:spChg>
        <pc:spChg chg="add mod">
          <ac:chgData name="Korkan, Ege (SI B T TAI)" userId="d4a09f25-e37d-4f6d-95cf-a8c302d7e2d2" providerId="ADAL" clId="{D725C93F-26E5-5DD2-B8F9-40AAD28B223E}" dt="2026-10-29T01:11:37.999" v="277" actId="20577"/>
          <ac:spMkLst>
            <pc:docMk/>
            <pc:sldMk cId="1175322332" sldId="258"/>
            <ac:spMk id="11" creationId="{0F4BFC49-9DE7-E9C4-BAE7-C684C5F3349E}"/>
          </ac:spMkLst>
        </pc:spChg>
        <pc:spChg chg="add mod">
          <ac:chgData name="Korkan, Ege (SI B T TAI)" userId="d4a09f25-e37d-4f6d-95cf-a8c302d7e2d2" providerId="ADAL" clId="{D725C93F-26E5-5DD2-B8F9-40AAD28B223E}" dt="2026-10-29T01:04:28.046" v="195" actId="20577"/>
          <ac:spMkLst>
            <pc:docMk/>
            <pc:sldMk cId="1175322332" sldId="258"/>
            <ac:spMk id="12" creationId="{7C228B9C-76AF-9747-5856-F5AF54E3E02A}"/>
          </ac:spMkLst>
        </pc:spChg>
        <pc:spChg chg="add mod">
          <ac:chgData name="Korkan, Ege (SI B T TAI)" userId="d4a09f25-e37d-4f6d-95cf-a8c302d7e2d2" providerId="ADAL" clId="{D725C93F-26E5-5DD2-B8F9-40AAD28B223E}" dt="2026-10-29T01:07:59.391" v="199" actId="20577"/>
          <ac:spMkLst>
            <pc:docMk/>
            <pc:sldMk cId="1175322332" sldId="258"/>
            <ac:spMk id="13" creationId="{1B0150AB-B29B-C5BC-3F38-2549184EDFD0}"/>
          </ac:spMkLst>
        </pc:spChg>
        <pc:spChg chg="add mod">
          <ac:chgData name="Korkan, Ege (SI B T TAI)" userId="d4a09f25-e37d-4f6d-95cf-a8c302d7e2d2" providerId="ADAL" clId="{D725C93F-26E5-5DD2-B8F9-40AAD28B223E}" dt="2026-10-29T01:12:48.245" v="302" actId="166"/>
          <ac:spMkLst>
            <pc:docMk/>
            <pc:sldMk cId="1175322332" sldId="258"/>
            <ac:spMk id="25" creationId="{6F79D7B8-8BF4-45C5-4A75-854F6B705872}"/>
          </ac:spMkLst>
        </pc:spChg>
        <pc:spChg chg="add mod">
          <ac:chgData name="Korkan, Ege (SI B T TAI)" userId="d4a09f25-e37d-4f6d-95cf-a8c302d7e2d2" providerId="ADAL" clId="{D725C93F-26E5-5DD2-B8F9-40AAD28B223E}" dt="2026-10-29T01:08:33.761" v="223" actId="1076"/>
          <ac:spMkLst>
            <pc:docMk/>
            <pc:sldMk cId="1175322332" sldId="258"/>
            <ac:spMk id="26" creationId="{28671FCC-A4C7-89CC-1EE5-76F48115C8D0}"/>
          </ac:spMkLst>
        </pc:spChg>
        <pc:spChg chg="add mod">
          <ac:chgData name="Korkan, Ege (SI B T TAI)" userId="d4a09f25-e37d-4f6d-95cf-a8c302d7e2d2" providerId="ADAL" clId="{D725C93F-26E5-5DD2-B8F9-40AAD28B223E}" dt="2026-10-29T01:10:59.488" v="249" actId="20577"/>
          <ac:spMkLst>
            <pc:docMk/>
            <pc:sldMk cId="1175322332" sldId="258"/>
            <ac:spMk id="27" creationId="{8C8D865C-31D0-0ACF-AE3A-4281916C8C96}"/>
          </ac:spMkLst>
        </pc:spChg>
        <pc:spChg chg="add mod">
          <ac:chgData name="Korkan, Ege (SI B T TAI)" userId="d4a09f25-e37d-4f6d-95cf-a8c302d7e2d2" providerId="ADAL" clId="{D725C93F-26E5-5DD2-B8F9-40AAD28B223E}" dt="2026-10-29T01:12:18.356" v="296" actId="1076"/>
          <ac:spMkLst>
            <pc:docMk/>
            <pc:sldMk cId="1175322332" sldId="258"/>
            <ac:spMk id="40" creationId="{EE2EEB4C-1A06-7D1E-8084-30A365940721}"/>
          </ac:spMkLst>
        </pc:spChg>
        <pc:spChg chg="add mod">
          <ac:chgData name="Korkan, Ege (SI B T TAI)" userId="d4a09f25-e37d-4f6d-95cf-a8c302d7e2d2" providerId="ADAL" clId="{D725C93F-26E5-5DD2-B8F9-40AAD28B223E}" dt="2026-10-29T01:15:56.553" v="354" actId="20577"/>
          <ac:spMkLst>
            <pc:docMk/>
            <pc:sldMk cId="1175322332" sldId="258"/>
            <ac:spMk id="44" creationId="{D1479E43-B048-A655-44D6-EE66131B4635}"/>
          </ac:spMkLst>
        </pc:spChg>
        <pc:spChg chg="add mod">
          <ac:chgData name="Korkan, Ege (SI B T TAI)" userId="d4a09f25-e37d-4f6d-95cf-a8c302d7e2d2" providerId="ADAL" clId="{D725C93F-26E5-5DD2-B8F9-40AAD28B223E}" dt="2026-10-29T01:16:14.174" v="370" actId="20577"/>
          <ac:spMkLst>
            <pc:docMk/>
            <pc:sldMk cId="1175322332" sldId="258"/>
            <ac:spMk id="48" creationId="{9F732AAC-D601-C4C4-84E5-064A835819CE}"/>
          </ac:spMkLst>
        </pc:spChg>
        <pc:cxnChg chg="add">
          <ac:chgData name="Korkan, Ege (SI B T TAI)" userId="d4a09f25-e37d-4f6d-95cf-a8c302d7e2d2" providerId="ADAL" clId="{D725C93F-26E5-5DD2-B8F9-40AAD28B223E}" dt="2026-10-29T01:08:08.630" v="200" actId="11529"/>
          <ac:cxnSpMkLst>
            <pc:docMk/>
            <pc:sldMk cId="1175322332" sldId="258"/>
            <ac:cxnSpMk id="15" creationId="{1268E385-9125-799F-EA1B-1195BA256FD5}"/>
          </ac:cxnSpMkLst>
        </pc:cxnChg>
        <pc:cxnChg chg="add mod">
          <ac:chgData name="Korkan, Ege (SI B T TAI)" userId="d4a09f25-e37d-4f6d-95cf-a8c302d7e2d2" providerId="ADAL" clId="{D725C93F-26E5-5DD2-B8F9-40AAD28B223E}" dt="2026-10-29T01:08:15.054" v="204" actId="14100"/>
          <ac:cxnSpMkLst>
            <pc:docMk/>
            <pc:sldMk cId="1175322332" sldId="258"/>
            <ac:cxnSpMk id="16" creationId="{98DCAFD0-A6F6-D229-F487-927EF3652EE1}"/>
          </ac:cxnSpMkLst>
        </pc:cxnChg>
        <pc:cxnChg chg="add mod">
          <ac:chgData name="Korkan, Ege (SI B T TAI)" userId="d4a09f25-e37d-4f6d-95cf-a8c302d7e2d2" providerId="ADAL" clId="{D725C93F-26E5-5DD2-B8F9-40AAD28B223E}" dt="2026-10-29T01:08:19.670" v="207" actId="14100"/>
          <ac:cxnSpMkLst>
            <pc:docMk/>
            <pc:sldMk cId="1175322332" sldId="258"/>
            <ac:cxnSpMk id="19" creationId="{8A2E4004-5F5A-DADC-597B-CADE03B5A88A}"/>
          </ac:cxnSpMkLst>
        </pc:cxnChg>
        <pc:cxnChg chg="add mod">
          <ac:chgData name="Korkan, Ege (SI B T TAI)" userId="d4a09f25-e37d-4f6d-95cf-a8c302d7e2d2" providerId="ADAL" clId="{D725C93F-26E5-5DD2-B8F9-40AAD28B223E}" dt="2026-10-29T01:08:24.379" v="210" actId="14100"/>
          <ac:cxnSpMkLst>
            <pc:docMk/>
            <pc:sldMk cId="1175322332" sldId="258"/>
            <ac:cxnSpMk id="22" creationId="{80A82A28-7F09-F5D2-B722-63E1F3025FEE}"/>
          </ac:cxnSpMkLst>
        </pc:cxnChg>
        <pc:cxnChg chg="add mod">
          <ac:chgData name="Korkan, Ege (SI B T TAI)" userId="d4a09f25-e37d-4f6d-95cf-a8c302d7e2d2" providerId="ADAL" clId="{D725C93F-26E5-5DD2-B8F9-40AAD28B223E}" dt="2026-10-29T01:11:09.365" v="253" actId="14100"/>
          <ac:cxnSpMkLst>
            <pc:docMk/>
            <pc:sldMk cId="1175322332" sldId="258"/>
            <ac:cxnSpMk id="28" creationId="{25F107A5-931A-465E-8CA7-CD9CFED4F3D5}"/>
          </ac:cxnSpMkLst>
        </pc:cxnChg>
        <pc:cxnChg chg="add mod">
          <ac:chgData name="Korkan, Ege (SI B T TAI)" userId="d4a09f25-e37d-4f6d-95cf-a8c302d7e2d2" providerId="ADAL" clId="{D725C93F-26E5-5DD2-B8F9-40AAD28B223E}" dt="2026-10-29T01:11:14.257" v="256" actId="14100"/>
          <ac:cxnSpMkLst>
            <pc:docMk/>
            <pc:sldMk cId="1175322332" sldId="258"/>
            <ac:cxnSpMk id="31" creationId="{CD194C16-18FE-FC98-6F29-0B30A8B9D5FD}"/>
          </ac:cxnSpMkLst>
        </pc:cxnChg>
        <pc:cxnChg chg="add mod">
          <ac:chgData name="Korkan, Ege (SI B T TAI)" userId="d4a09f25-e37d-4f6d-95cf-a8c302d7e2d2" providerId="ADAL" clId="{D725C93F-26E5-5DD2-B8F9-40AAD28B223E}" dt="2026-10-29T01:11:23.639" v="261" actId="14100"/>
          <ac:cxnSpMkLst>
            <pc:docMk/>
            <pc:sldMk cId="1175322332" sldId="258"/>
            <ac:cxnSpMk id="34" creationId="{0464152C-28E8-D0FA-DB18-51FCED76C7A8}"/>
          </ac:cxnSpMkLst>
        </pc:cxnChg>
        <pc:cxnChg chg="add mod">
          <ac:chgData name="Korkan, Ege (SI B T TAI)" userId="d4a09f25-e37d-4f6d-95cf-a8c302d7e2d2" providerId="ADAL" clId="{D725C93F-26E5-5DD2-B8F9-40AAD28B223E}" dt="2026-10-29T01:11:50.708" v="281" actId="14100"/>
          <ac:cxnSpMkLst>
            <pc:docMk/>
            <pc:sldMk cId="1175322332" sldId="258"/>
            <ac:cxnSpMk id="37" creationId="{59156B77-1889-B45C-49F3-5D5D6FD3C406}"/>
          </ac:cxnSpMkLst>
        </pc:cxnChg>
        <pc:cxnChg chg="add mod">
          <ac:chgData name="Korkan, Ege (SI B T TAI)" userId="d4a09f25-e37d-4f6d-95cf-a8c302d7e2d2" providerId="ADAL" clId="{D725C93F-26E5-5DD2-B8F9-40AAD28B223E}" dt="2026-10-29T01:12:35.185" v="299" actId="14100"/>
          <ac:cxnSpMkLst>
            <pc:docMk/>
            <pc:sldMk cId="1175322332" sldId="258"/>
            <ac:cxnSpMk id="41" creationId="{658EC7EC-4540-52C6-39FF-BFF0DEFF264F}"/>
          </ac:cxnSpMkLst>
        </pc:cxnChg>
        <pc:cxnChg chg="add mod">
          <ac:chgData name="Korkan, Ege (SI B T TAI)" userId="d4a09f25-e37d-4f6d-95cf-a8c302d7e2d2" providerId="ADAL" clId="{D725C93F-26E5-5DD2-B8F9-40AAD28B223E}" dt="2026-10-29T01:16:05.616" v="358" actId="14100"/>
          <ac:cxnSpMkLst>
            <pc:docMk/>
            <pc:sldMk cId="1175322332" sldId="258"/>
            <ac:cxnSpMk id="45" creationId="{3B2A633E-7820-A7AE-EE5B-0350F31D4F3D}"/>
          </ac:cxnSpMkLst>
        </pc:cxnChg>
      </pc:sldChg>
      <pc:sldChg chg="del">
        <pc:chgData name="Korkan, Ege (SI B T TAI)" userId="d4a09f25-e37d-4f6d-95cf-a8c302d7e2d2" providerId="ADAL" clId="{D725C93F-26E5-5DD2-B8F9-40AAD28B223E}" dt="2026-10-29T00:54:13.345" v="40" actId="2696"/>
        <pc:sldMkLst>
          <pc:docMk/>
          <pc:sldMk cId="2377437834" sldId="259"/>
        </pc:sldMkLst>
      </pc:sldChg>
      <pc:sldChg chg="modSp new mod">
        <pc:chgData name="Korkan, Ege (SI B T TAI)" userId="d4a09f25-e37d-4f6d-95cf-a8c302d7e2d2" providerId="ADAL" clId="{D725C93F-26E5-5DD2-B8F9-40AAD28B223E}" dt="2026-10-29T01:15:24.567" v="334" actId="20577"/>
        <pc:sldMkLst>
          <pc:docMk/>
          <pc:sldMk cId="2708092989" sldId="259"/>
        </pc:sldMkLst>
        <pc:spChg chg="mod">
          <ac:chgData name="Korkan, Ege (SI B T TAI)" userId="d4a09f25-e37d-4f6d-95cf-a8c302d7e2d2" providerId="ADAL" clId="{D725C93F-26E5-5DD2-B8F9-40AAD28B223E}" dt="2026-10-29T01:15:15.115" v="312" actId="20577"/>
          <ac:spMkLst>
            <pc:docMk/>
            <pc:sldMk cId="2708092989" sldId="259"/>
            <ac:spMk id="2" creationId="{18B91D3D-F206-5C32-1312-99745AF0D0C6}"/>
          </ac:spMkLst>
        </pc:spChg>
        <pc:spChg chg="mod">
          <ac:chgData name="Korkan, Ege (SI B T TAI)" userId="d4a09f25-e37d-4f6d-95cf-a8c302d7e2d2" providerId="ADAL" clId="{D725C93F-26E5-5DD2-B8F9-40AAD28B223E}" dt="2026-10-29T01:15:24.567" v="334" actId="20577"/>
          <ac:spMkLst>
            <pc:docMk/>
            <pc:sldMk cId="2708092989" sldId="259"/>
            <ac:spMk id="3" creationId="{C4DDF8F3-E86F-723D-6F06-7EE012FD6B66}"/>
          </ac:spMkLst>
        </pc:spChg>
      </pc:sldChg>
      <pc:sldChg chg="modSp new mod">
        <pc:chgData name="Korkan, Ege (SI B T TAI)" userId="d4a09f25-e37d-4f6d-95cf-a8c302d7e2d2" providerId="ADAL" clId="{D725C93F-26E5-5DD2-B8F9-40AAD28B223E}" dt="2026-10-29T01:26:43.516" v="500" actId="21"/>
        <pc:sldMkLst>
          <pc:docMk/>
          <pc:sldMk cId="1393689848" sldId="260"/>
        </pc:sldMkLst>
        <pc:spChg chg="mod">
          <ac:chgData name="Korkan, Ege (SI B T TAI)" userId="d4a09f25-e37d-4f6d-95cf-a8c302d7e2d2" providerId="ADAL" clId="{D725C93F-26E5-5DD2-B8F9-40AAD28B223E}" dt="2026-10-29T01:16:38.510" v="373" actId="20577"/>
          <ac:spMkLst>
            <pc:docMk/>
            <pc:sldMk cId="1393689848" sldId="260"/>
            <ac:spMk id="2" creationId="{8E76BFB2-738F-1B84-CF8D-90DB379D091D}"/>
          </ac:spMkLst>
        </pc:spChg>
        <pc:spChg chg="mod">
          <ac:chgData name="Korkan, Ege (SI B T TAI)" userId="d4a09f25-e37d-4f6d-95cf-a8c302d7e2d2" providerId="ADAL" clId="{D725C93F-26E5-5DD2-B8F9-40AAD28B223E}" dt="2026-10-29T01:26:43.516" v="500" actId="21"/>
          <ac:spMkLst>
            <pc:docMk/>
            <pc:sldMk cId="1393689848" sldId="260"/>
            <ac:spMk id="3" creationId="{E386B5AC-3802-D551-7046-EC9FAF84C054}"/>
          </ac:spMkLst>
        </pc:spChg>
      </pc:sldChg>
      <pc:sldChg chg="del">
        <pc:chgData name="Korkan, Ege (SI B T TAI)" userId="d4a09f25-e37d-4f6d-95cf-a8c302d7e2d2" providerId="ADAL" clId="{D725C93F-26E5-5DD2-B8F9-40AAD28B223E}" dt="2026-10-29T00:54:13.341" v="39" actId="2696"/>
        <pc:sldMkLst>
          <pc:docMk/>
          <pc:sldMk cId="1632858317" sldId="260"/>
        </pc:sldMkLst>
      </pc:sldChg>
      <pc:sldChg chg="modSp new mod">
        <pc:chgData name="Korkan, Ege (SI B T TAI)" userId="d4a09f25-e37d-4f6d-95cf-a8c302d7e2d2" providerId="ADAL" clId="{D725C93F-26E5-5DD2-B8F9-40AAD28B223E}" dt="2026-10-29T09:14:17.611" v="1000" actId="20577"/>
        <pc:sldMkLst>
          <pc:docMk/>
          <pc:sldMk cId="1447540758" sldId="261"/>
        </pc:sldMkLst>
        <pc:spChg chg="mod">
          <ac:chgData name="Korkan, Ege (SI B T TAI)" userId="d4a09f25-e37d-4f6d-95cf-a8c302d7e2d2" providerId="ADAL" clId="{D725C93F-26E5-5DD2-B8F9-40AAD28B223E}" dt="2026-10-29T01:26:19.486" v="491" actId="27636"/>
          <ac:spMkLst>
            <pc:docMk/>
            <pc:sldMk cId="1447540758" sldId="261"/>
            <ac:spMk id="2" creationId="{53846D96-F1A8-A558-2DEA-34B09F786E71}"/>
          </ac:spMkLst>
        </pc:spChg>
        <pc:spChg chg="mod">
          <ac:chgData name="Korkan, Ege (SI B T TAI)" userId="d4a09f25-e37d-4f6d-95cf-a8c302d7e2d2" providerId="ADAL" clId="{D725C93F-26E5-5DD2-B8F9-40AAD28B223E}" dt="2026-10-29T09:14:17.611" v="1000" actId="20577"/>
          <ac:spMkLst>
            <pc:docMk/>
            <pc:sldMk cId="1447540758" sldId="261"/>
            <ac:spMk id="3" creationId="{B8EB2599-A816-0CC9-ADD1-CCBB7F3631D5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09:29:45.966" v="1257" actId="20577"/>
        <pc:sldMkLst>
          <pc:docMk/>
          <pc:sldMk cId="46391309" sldId="262"/>
        </pc:sldMkLst>
        <pc:spChg chg="mod">
          <ac:chgData name="Korkan, Ege (SI B T TAI)" userId="d4a09f25-e37d-4f6d-95cf-a8c302d7e2d2" providerId="ADAL" clId="{D725C93F-26E5-5DD2-B8F9-40AAD28B223E}" dt="2026-10-29T01:26:28.184" v="495"/>
          <ac:spMkLst>
            <pc:docMk/>
            <pc:sldMk cId="46391309" sldId="262"/>
            <ac:spMk id="2" creationId="{47863AD6-0710-5E2C-E86C-E9A8C9B8B9AD}"/>
          </ac:spMkLst>
        </pc:spChg>
        <pc:spChg chg="mod">
          <ac:chgData name="Korkan, Ege (SI B T TAI)" userId="d4a09f25-e37d-4f6d-95cf-a8c302d7e2d2" providerId="ADAL" clId="{D725C93F-26E5-5DD2-B8F9-40AAD28B223E}" dt="2026-10-29T09:29:45.966" v="1257" actId="20577"/>
          <ac:spMkLst>
            <pc:docMk/>
            <pc:sldMk cId="46391309" sldId="262"/>
            <ac:spMk id="3" creationId="{CF73C2F4-C77B-A48F-3016-8609E667C52D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09:39:23.210" v="1359" actId="20577"/>
        <pc:sldMkLst>
          <pc:docMk/>
          <pc:sldMk cId="2420884523" sldId="263"/>
        </pc:sldMkLst>
        <pc:spChg chg="mod">
          <ac:chgData name="Korkan, Ege (SI B T TAI)" userId="d4a09f25-e37d-4f6d-95cf-a8c302d7e2d2" providerId="ADAL" clId="{D725C93F-26E5-5DD2-B8F9-40AAD28B223E}" dt="2026-10-29T01:26:34.893" v="497"/>
          <ac:spMkLst>
            <pc:docMk/>
            <pc:sldMk cId="2420884523" sldId="263"/>
            <ac:spMk id="2" creationId="{4C48988E-1504-2E8E-3ED2-EC2B50A04DD9}"/>
          </ac:spMkLst>
        </pc:spChg>
        <pc:spChg chg="mod">
          <ac:chgData name="Korkan, Ege (SI B T TAI)" userId="d4a09f25-e37d-4f6d-95cf-a8c302d7e2d2" providerId="ADAL" clId="{D725C93F-26E5-5DD2-B8F9-40AAD28B223E}" dt="2026-10-29T09:39:23.210" v="1359" actId="20577"/>
          <ac:spMkLst>
            <pc:docMk/>
            <pc:sldMk cId="2420884523" sldId="263"/>
            <ac:spMk id="3" creationId="{E34F6B40-3D7A-63EF-D8A3-DD529D3EA165}"/>
          </ac:spMkLst>
        </pc:spChg>
      </pc:sldChg>
      <pc:sldChg chg="modSp add del mod">
        <pc:chgData name="Korkan, Ege (SI B T TAI)" userId="d4a09f25-e37d-4f6d-95cf-a8c302d7e2d2" providerId="ADAL" clId="{D725C93F-26E5-5DD2-B8F9-40AAD28B223E}" dt="2026-10-29T10:00:35.939" v="1527" actId="20577"/>
        <pc:sldMkLst>
          <pc:docMk/>
          <pc:sldMk cId="2544756404" sldId="264"/>
        </pc:sldMkLst>
        <pc:spChg chg="mod">
          <ac:chgData name="Korkan, Ege (SI B T TAI)" userId="d4a09f25-e37d-4f6d-95cf-a8c302d7e2d2" providerId="ADAL" clId="{D725C93F-26E5-5DD2-B8F9-40AAD28B223E}" dt="2026-10-29T01:26:49.388" v="502"/>
          <ac:spMkLst>
            <pc:docMk/>
            <pc:sldMk cId="2544756404" sldId="264"/>
            <ac:spMk id="2" creationId="{8EB7BA1D-817E-2006-0F1A-E0E5083CB3B2}"/>
          </ac:spMkLst>
        </pc:spChg>
        <pc:spChg chg="mod">
          <ac:chgData name="Korkan, Ege (SI B T TAI)" userId="d4a09f25-e37d-4f6d-95cf-a8c302d7e2d2" providerId="ADAL" clId="{D725C93F-26E5-5DD2-B8F9-40AAD28B223E}" dt="2026-10-29T10:00:35.939" v="1527" actId="20577"/>
          <ac:spMkLst>
            <pc:docMk/>
            <pc:sldMk cId="2544756404" sldId="264"/>
            <ac:spMk id="3" creationId="{02B452D7-74E0-C6EB-B840-E7261641A5FE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10:15:57.613" v="1800" actId="20577"/>
        <pc:sldMkLst>
          <pc:docMk/>
          <pc:sldMk cId="861187962" sldId="265"/>
        </pc:sldMkLst>
        <pc:spChg chg="mod">
          <ac:chgData name="Korkan, Ege (SI B T TAI)" userId="d4a09f25-e37d-4f6d-95cf-a8c302d7e2d2" providerId="ADAL" clId="{D725C93F-26E5-5DD2-B8F9-40AAD28B223E}" dt="2026-10-29T01:27:00.805" v="506"/>
          <ac:spMkLst>
            <pc:docMk/>
            <pc:sldMk cId="861187962" sldId="265"/>
            <ac:spMk id="2" creationId="{FD70A31A-5982-5821-6A10-DFCC49022FA8}"/>
          </ac:spMkLst>
        </pc:spChg>
        <pc:spChg chg="mod">
          <ac:chgData name="Korkan, Ege (SI B T TAI)" userId="d4a09f25-e37d-4f6d-95cf-a8c302d7e2d2" providerId="ADAL" clId="{D725C93F-26E5-5DD2-B8F9-40AAD28B223E}" dt="2026-10-29T10:15:57.613" v="1800" actId="20577"/>
          <ac:spMkLst>
            <pc:docMk/>
            <pc:sldMk cId="861187962" sldId="265"/>
            <ac:spMk id="3" creationId="{7CAF06F9-A9C7-242D-1C2B-647A1DB6421E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01:31:56.795" v="765" actId="20577"/>
        <pc:sldMkLst>
          <pc:docMk/>
          <pc:sldMk cId="2490296456" sldId="266"/>
        </pc:sldMkLst>
        <pc:spChg chg="mod">
          <ac:chgData name="Korkan, Ege (SI B T TAI)" userId="d4a09f25-e37d-4f6d-95cf-a8c302d7e2d2" providerId="ADAL" clId="{D725C93F-26E5-5DD2-B8F9-40AAD28B223E}" dt="2026-10-29T01:29:50.439" v="641" actId="20577"/>
          <ac:spMkLst>
            <pc:docMk/>
            <pc:sldMk cId="2490296456" sldId="266"/>
            <ac:spMk id="2" creationId="{ACE3667A-6DE2-3222-3107-3B1DD296F7BB}"/>
          </ac:spMkLst>
        </pc:spChg>
        <pc:spChg chg="mod">
          <ac:chgData name="Korkan, Ege (SI B T TAI)" userId="d4a09f25-e37d-4f6d-95cf-a8c302d7e2d2" providerId="ADAL" clId="{D725C93F-26E5-5DD2-B8F9-40AAD28B223E}" dt="2026-10-29T01:31:56.795" v="765" actId="20577"/>
          <ac:spMkLst>
            <pc:docMk/>
            <pc:sldMk cId="2490296456" sldId="266"/>
            <ac:spMk id="3" creationId="{72A6C6CC-480B-62E5-A339-F289B7C965A2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10:44:23.349" v="2167" actId="20577"/>
        <pc:sldMkLst>
          <pc:docMk/>
          <pc:sldMk cId="1129001602" sldId="267"/>
        </pc:sldMkLst>
        <pc:spChg chg="mod">
          <ac:chgData name="Korkan, Ege (SI B T TAI)" userId="d4a09f25-e37d-4f6d-95cf-a8c302d7e2d2" providerId="ADAL" clId="{D725C93F-26E5-5DD2-B8F9-40AAD28B223E}" dt="2026-10-29T01:30:02.132" v="654" actId="20577"/>
          <ac:spMkLst>
            <pc:docMk/>
            <pc:sldMk cId="1129001602" sldId="267"/>
            <ac:spMk id="2" creationId="{97AD524D-890F-120F-4FF6-B30615EC314E}"/>
          </ac:spMkLst>
        </pc:spChg>
        <pc:spChg chg="mod">
          <ac:chgData name="Korkan, Ege (SI B T TAI)" userId="d4a09f25-e37d-4f6d-95cf-a8c302d7e2d2" providerId="ADAL" clId="{D725C93F-26E5-5DD2-B8F9-40AAD28B223E}" dt="2026-10-29T10:44:23.349" v="2167" actId="20577"/>
          <ac:spMkLst>
            <pc:docMk/>
            <pc:sldMk cId="1129001602" sldId="267"/>
            <ac:spMk id="3" creationId="{37C693A7-E145-9605-1C14-29D8037E2C24}"/>
          </ac:spMkLst>
        </pc:spChg>
      </pc:sldChg>
      <pc:sldChg chg="addSp delSp modSp new mod">
        <pc:chgData name="Korkan, Ege (SI B T TAI)" userId="d4a09f25-e37d-4f6d-95cf-a8c302d7e2d2" providerId="ADAL" clId="{D725C93F-26E5-5DD2-B8F9-40AAD28B223E}" dt="2026-10-29T09:36:47.678" v="1300" actId="732"/>
        <pc:sldMkLst>
          <pc:docMk/>
          <pc:sldMk cId="887124716" sldId="268"/>
        </pc:sldMkLst>
        <pc:spChg chg="mod">
          <ac:chgData name="Korkan, Ege (SI B T TAI)" userId="d4a09f25-e37d-4f6d-95cf-a8c302d7e2d2" providerId="ADAL" clId="{D725C93F-26E5-5DD2-B8F9-40AAD28B223E}" dt="2026-10-29T09:21:26.700" v="1189" actId="20577"/>
          <ac:spMkLst>
            <pc:docMk/>
            <pc:sldMk cId="887124716" sldId="268"/>
            <ac:spMk id="2" creationId="{37B0186E-C370-6F81-360F-1DF44977A1FE}"/>
          </ac:spMkLst>
        </pc:spChg>
        <pc:spChg chg="del mod">
          <ac:chgData name="Korkan, Ege (SI B T TAI)" userId="d4a09f25-e37d-4f6d-95cf-a8c302d7e2d2" providerId="ADAL" clId="{D725C93F-26E5-5DD2-B8F9-40AAD28B223E}" dt="2026-10-29T09:25:51.267" v="1200" actId="478"/>
          <ac:spMkLst>
            <pc:docMk/>
            <pc:sldMk cId="887124716" sldId="268"/>
            <ac:spMk id="3" creationId="{A6C5B72B-29BE-C255-8B4A-5BB4359BBE88}"/>
          </ac:spMkLst>
        </pc:spChg>
        <pc:spChg chg="add del">
          <ac:chgData name="Korkan, Ege (SI B T TAI)" userId="d4a09f25-e37d-4f6d-95cf-a8c302d7e2d2" providerId="ADAL" clId="{D725C93F-26E5-5DD2-B8F9-40AAD28B223E}" dt="2026-10-29T09:25:38.614" v="1191" actId="22"/>
          <ac:spMkLst>
            <pc:docMk/>
            <pc:sldMk cId="887124716" sldId="268"/>
            <ac:spMk id="8" creationId="{949D8C0F-2588-BD97-8574-2792ED4DBFD1}"/>
          </ac:spMkLst>
        </pc:spChg>
        <pc:picChg chg="add del">
          <ac:chgData name="Korkan, Ege (SI B T TAI)" userId="d4a09f25-e37d-4f6d-95cf-a8c302d7e2d2" providerId="ADAL" clId="{D725C93F-26E5-5DD2-B8F9-40AAD28B223E}" dt="2026-10-29T09:28:34.862" v="1202" actId="478"/>
          <ac:picMkLst>
            <pc:docMk/>
            <pc:sldMk cId="887124716" sldId="268"/>
            <ac:picMk id="9" creationId="{4261E5C2-786F-DDF4-BC8B-D5964D93DE42}"/>
          </ac:picMkLst>
        </pc:picChg>
        <pc:picChg chg="add mod modCrop">
          <ac:chgData name="Korkan, Ege (SI B T TAI)" userId="d4a09f25-e37d-4f6d-95cf-a8c302d7e2d2" providerId="ADAL" clId="{D725C93F-26E5-5DD2-B8F9-40AAD28B223E}" dt="2026-10-29T09:36:42.458" v="1299" actId="732"/>
          <ac:picMkLst>
            <pc:docMk/>
            <pc:sldMk cId="887124716" sldId="268"/>
            <ac:picMk id="10" creationId="{79B19E23-2D66-96F7-CF36-5230E554ABE2}"/>
          </ac:picMkLst>
        </pc:picChg>
        <pc:picChg chg="add mod modCrop">
          <ac:chgData name="Korkan, Ege (SI B T TAI)" userId="d4a09f25-e37d-4f6d-95cf-a8c302d7e2d2" providerId="ADAL" clId="{D725C93F-26E5-5DD2-B8F9-40AAD28B223E}" dt="2026-10-29T09:36:47.678" v="1300" actId="732"/>
          <ac:picMkLst>
            <pc:docMk/>
            <pc:sldMk cId="887124716" sldId="268"/>
            <ac:picMk id="11" creationId="{DFF0494E-4EF2-E35E-9DE7-BE710124D5C6}"/>
          </ac:picMkLst>
        </pc:picChg>
      </pc:sldChg>
      <pc:sldChg chg="addSp delSp modSp new mod">
        <pc:chgData name="Korkan, Ege (SI B T TAI)" userId="d4a09f25-e37d-4f6d-95cf-a8c302d7e2d2" providerId="ADAL" clId="{D725C93F-26E5-5DD2-B8F9-40AAD28B223E}" dt="2026-10-29T09:36:55.529" v="1301" actId="732"/>
        <pc:sldMkLst>
          <pc:docMk/>
          <pc:sldMk cId="3020606803" sldId="269"/>
        </pc:sldMkLst>
        <pc:spChg chg="mod">
          <ac:chgData name="Korkan, Ege (SI B T TAI)" userId="d4a09f25-e37d-4f6d-95cf-a8c302d7e2d2" providerId="ADAL" clId="{D725C93F-26E5-5DD2-B8F9-40AAD28B223E}" dt="2026-10-29T09:31:29.293" v="1292" actId="20577"/>
          <ac:spMkLst>
            <pc:docMk/>
            <pc:sldMk cId="3020606803" sldId="269"/>
            <ac:spMk id="2" creationId="{FB07A257-A4D4-7ED1-6D00-0932BDD2AC56}"/>
          </ac:spMkLst>
        </pc:spChg>
        <pc:spChg chg="del">
          <ac:chgData name="Korkan, Ege (SI B T TAI)" userId="d4a09f25-e37d-4f6d-95cf-a8c302d7e2d2" providerId="ADAL" clId="{D725C93F-26E5-5DD2-B8F9-40AAD28B223E}" dt="2026-10-29T09:30:39.250" v="1260" actId="478"/>
          <ac:spMkLst>
            <pc:docMk/>
            <pc:sldMk cId="3020606803" sldId="269"/>
            <ac:spMk id="3" creationId="{95E0D72B-2D02-957D-73B7-6C357EC5CB5A}"/>
          </ac:spMkLst>
        </pc:spChg>
        <pc:picChg chg="add mod modCrop">
          <ac:chgData name="Korkan, Ege (SI B T TAI)" userId="d4a09f25-e37d-4f6d-95cf-a8c302d7e2d2" providerId="ADAL" clId="{D725C93F-26E5-5DD2-B8F9-40AAD28B223E}" dt="2026-10-29T09:36:55.529" v="1301" actId="732"/>
          <ac:picMkLst>
            <pc:docMk/>
            <pc:sldMk cId="3020606803" sldId="269"/>
            <ac:picMk id="7" creationId="{9119258C-D70A-D81F-0E66-D01F482916F3}"/>
          </ac:picMkLst>
        </pc:picChg>
      </pc:sldChg>
      <pc:sldChg chg="addSp delSp modSp new mod modClrScheme chgLayout">
        <pc:chgData name="Korkan, Ege (SI B T TAI)" userId="d4a09f25-e37d-4f6d-95cf-a8c302d7e2d2" providerId="ADAL" clId="{D725C93F-26E5-5DD2-B8F9-40AAD28B223E}" dt="2026-10-29T10:16:35.265" v="1819" actId="20577"/>
        <pc:sldMkLst>
          <pc:docMk/>
          <pc:sldMk cId="2384241546" sldId="270"/>
        </pc:sldMkLst>
        <pc:spChg chg="del mod ord">
          <ac:chgData name="Korkan, Ege (SI B T TAI)" userId="d4a09f25-e37d-4f6d-95cf-a8c302d7e2d2" providerId="ADAL" clId="{D725C93F-26E5-5DD2-B8F9-40AAD28B223E}" dt="2026-10-29T10:16:32.483" v="1802" actId="700"/>
          <ac:spMkLst>
            <pc:docMk/>
            <pc:sldMk cId="2384241546" sldId="270"/>
            <ac:spMk id="2" creationId="{45AA62D7-2F77-ECBA-EFF4-67051047BF84}"/>
          </ac:spMkLst>
        </pc:spChg>
        <pc:spChg chg="del mod ord">
          <ac:chgData name="Korkan, Ege (SI B T TAI)" userId="d4a09f25-e37d-4f6d-95cf-a8c302d7e2d2" providerId="ADAL" clId="{D725C93F-26E5-5DD2-B8F9-40AAD28B223E}" dt="2026-10-29T10:16:32.483" v="1802" actId="700"/>
          <ac:spMkLst>
            <pc:docMk/>
            <pc:sldMk cId="2384241546" sldId="270"/>
            <ac:spMk id="3" creationId="{3670354B-1244-723D-265B-9F37DDBB46F6}"/>
          </ac:spMkLst>
        </pc:spChg>
        <pc:spChg chg="mod ord">
          <ac:chgData name="Korkan, Ege (SI B T TAI)" userId="d4a09f25-e37d-4f6d-95cf-a8c302d7e2d2" providerId="ADAL" clId="{D725C93F-26E5-5DD2-B8F9-40AAD28B223E}" dt="2026-10-29T10:16:32.483" v="1802" actId="700"/>
          <ac:spMkLst>
            <pc:docMk/>
            <pc:sldMk cId="2384241546" sldId="270"/>
            <ac:spMk id="4" creationId="{502D3D08-EC08-38AB-B84F-C21C8EB1D0C3}"/>
          </ac:spMkLst>
        </pc:spChg>
        <pc:spChg chg="mod ord">
          <ac:chgData name="Korkan, Ege (SI B T TAI)" userId="d4a09f25-e37d-4f6d-95cf-a8c302d7e2d2" providerId="ADAL" clId="{D725C93F-26E5-5DD2-B8F9-40AAD28B223E}" dt="2026-10-29T10:16:32.483" v="1802" actId="700"/>
          <ac:spMkLst>
            <pc:docMk/>
            <pc:sldMk cId="2384241546" sldId="270"/>
            <ac:spMk id="5" creationId="{6E78D9A5-D93C-99D5-537F-E85D20D30F28}"/>
          </ac:spMkLst>
        </pc:spChg>
        <pc:spChg chg="mod ord">
          <ac:chgData name="Korkan, Ege (SI B T TAI)" userId="d4a09f25-e37d-4f6d-95cf-a8c302d7e2d2" providerId="ADAL" clId="{D725C93F-26E5-5DD2-B8F9-40AAD28B223E}" dt="2026-10-29T10:16:32.483" v="1802" actId="700"/>
          <ac:spMkLst>
            <pc:docMk/>
            <pc:sldMk cId="2384241546" sldId="270"/>
            <ac:spMk id="6" creationId="{F2F32144-B319-5CC0-E52F-CC6691A02F54}"/>
          </ac:spMkLst>
        </pc:spChg>
        <pc:spChg chg="add mod ord">
          <ac:chgData name="Korkan, Ege (SI B T TAI)" userId="d4a09f25-e37d-4f6d-95cf-a8c302d7e2d2" providerId="ADAL" clId="{D725C93F-26E5-5DD2-B8F9-40AAD28B223E}" dt="2026-10-29T10:16:35.265" v="1819" actId="20577"/>
          <ac:spMkLst>
            <pc:docMk/>
            <pc:sldMk cId="2384241546" sldId="270"/>
            <ac:spMk id="7" creationId="{C0B3F1B0-7693-5D9C-884F-7468B17061EE}"/>
          </ac:spMkLst>
        </pc:spChg>
        <pc:spChg chg="add mod ord">
          <ac:chgData name="Korkan, Ege (SI B T TAI)" userId="d4a09f25-e37d-4f6d-95cf-a8c302d7e2d2" providerId="ADAL" clId="{D725C93F-26E5-5DD2-B8F9-40AAD28B223E}" dt="2026-10-29T10:16:32.483" v="1802" actId="700"/>
          <ac:spMkLst>
            <pc:docMk/>
            <pc:sldMk cId="2384241546" sldId="270"/>
            <ac:spMk id="8" creationId="{E5EA5927-E056-3429-A05E-076277791F04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10:16:44.539" v="1828" actId="20577"/>
        <pc:sldMkLst>
          <pc:docMk/>
          <pc:sldMk cId="3993389426" sldId="271"/>
        </pc:sldMkLst>
        <pc:spChg chg="mod">
          <ac:chgData name="Korkan, Ege (SI B T TAI)" userId="d4a09f25-e37d-4f6d-95cf-a8c302d7e2d2" providerId="ADAL" clId="{D725C93F-26E5-5DD2-B8F9-40AAD28B223E}" dt="2026-10-29T10:16:44.539" v="1828" actId="20577"/>
          <ac:spMkLst>
            <pc:docMk/>
            <pc:sldMk cId="3993389426" sldId="271"/>
            <ac:spMk id="7" creationId="{B189DD02-CB1E-1716-982A-9BAE31E65105}"/>
          </ac:spMkLst>
        </pc:spChg>
      </pc:sldChg>
      <pc:sldChg chg="modSp new mod">
        <pc:chgData name="Korkan, Ege (SI B T TAI)" userId="d4a09f25-e37d-4f6d-95cf-a8c302d7e2d2" providerId="ADAL" clId="{D725C93F-26E5-5DD2-B8F9-40AAD28B223E}" dt="2026-10-29T10:22:16.863" v="2074" actId="20577"/>
        <pc:sldMkLst>
          <pc:docMk/>
          <pc:sldMk cId="250315962" sldId="272"/>
        </pc:sldMkLst>
        <pc:spChg chg="mod">
          <ac:chgData name="Korkan, Ege (SI B T TAI)" userId="d4a09f25-e37d-4f6d-95cf-a8c302d7e2d2" providerId="ADAL" clId="{D725C93F-26E5-5DD2-B8F9-40AAD28B223E}" dt="2026-10-29T10:19:45.430" v="1858" actId="20577"/>
          <ac:spMkLst>
            <pc:docMk/>
            <pc:sldMk cId="250315962" sldId="272"/>
            <ac:spMk id="2" creationId="{CA4275AF-8C49-9D02-8D71-0AAE09712460}"/>
          </ac:spMkLst>
        </pc:spChg>
        <pc:spChg chg="mod">
          <ac:chgData name="Korkan, Ege (SI B T TAI)" userId="d4a09f25-e37d-4f6d-95cf-a8c302d7e2d2" providerId="ADAL" clId="{D725C93F-26E5-5DD2-B8F9-40AAD28B223E}" dt="2026-10-29T10:22:16.863" v="2074" actId="20577"/>
          <ac:spMkLst>
            <pc:docMk/>
            <pc:sldMk cId="250315962" sldId="272"/>
            <ac:spMk id="3" creationId="{DCB21908-9643-9698-2792-E4028FC836E2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10:18:01.421" v="1848" actId="20577"/>
        <pc:sldMkLst>
          <pc:docMk/>
          <pc:sldMk cId="3176799993" sldId="273"/>
        </pc:sldMkLst>
        <pc:spChg chg="mod">
          <ac:chgData name="Korkan, Ege (SI B T TAI)" userId="d4a09f25-e37d-4f6d-95cf-a8c302d7e2d2" providerId="ADAL" clId="{D725C93F-26E5-5DD2-B8F9-40AAD28B223E}" dt="2026-10-29T10:18:01.421" v="1848" actId="20577"/>
          <ac:spMkLst>
            <pc:docMk/>
            <pc:sldMk cId="3176799993" sldId="273"/>
            <ac:spMk id="7" creationId="{4E7AF910-0C88-29FC-3C82-889D25501E1E}"/>
          </ac:spMkLst>
        </pc:spChg>
      </pc:sldChg>
      <pc:sldChg chg="addSp delSp modSp new mod">
        <pc:chgData name="Korkan, Ege (SI B T TAI)" userId="d4a09f25-e37d-4f6d-95cf-a8c302d7e2d2" providerId="ADAL" clId="{D725C93F-26E5-5DD2-B8F9-40AAD28B223E}" dt="2026-10-29T10:22:09.318" v="2035" actId="1076"/>
        <pc:sldMkLst>
          <pc:docMk/>
          <pc:sldMk cId="420007601" sldId="274"/>
        </pc:sldMkLst>
        <pc:spChg chg="mod">
          <ac:chgData name="Korkan, Ege (SI B T TAI)" userId="d4a09f25-e37d-4f6d-95cf-a8c302d7e2d2" providerId="ADAL" clId="{D725C93F-26E5-5DD2-B8F9-40AAD28B223E}" dt="2026-10-29T10:22:09.318" v="2035" actId="1076"/>
          <ac:spMkLst>
            <pc:docMk/>
            <pc:sldMk cId="420007601" sldId="274"/>
            <ac:spMk id="2" creationId="{6F772D92-99B3-DD8F-6FBC-C6EFE75AB901}"/>
          </ac:spMkLst>
        </pc:spChg>
        <pc:spChg chg="del">
          <ac:chgData name="Korkan, Ege (SI B T TAI)" userId="d4a09f25-e37d-4f6d-95cf-a8c302d7e2d2" providerId="ADAL" clId="{D725C93F-26E5-5DD2-B8F9-40AAD28B223E}" dt="2026-10-29T10:22:03.919" v="2032" actId="478"/>
          <ac:spMkLst>
            <pc:docMk/>
            <pc:sldMk cId="420007601" sldId="274"/>
            <ac:spMk id="3" creationId="{3B2ED17A-52DB-DAE9-E16D-C0872D5A47FE}"/>
          </ac:spMkLst>
        </pc:spChg>
        <pc:picChg chg="add">
          <ac:chgData name="Korkan, Ege (SI B T TAI)" userId="d4a09f25-e37d-4f6d-95cf-a8c302d7e2d2" providerId="ADAL" clId="{D725C93F-26E5-5DD2-B8F9-40AAD28B223E}" dt="2026-10-29T10:21:50.675" v="2005"/>
          <ac:picMkLst>
            <pc:docMk/>
            <pc:sldMk cId="420007601" sldId="274"/>
            <ac:picMk id="7" creationId="{9B3D39E1-65B9-187B-4284-9D7A5B1AF0E5}"/>
          </ac:picMkLst>
        </pc:picChg>
      </pc:sldChg>
      <pc:sldChg chg="addSp delSp modSp new mod">
        <pc:chgData name="Korkan, Ege (SI B T TAI)" userId="d4a09f25-e37d-4f6d-95cf-a8c302d7e2d2" providerId="ADAL" clId="{D725C93F-26E5-5DD2-B8F9-40AAD28B223E}" dt="2026-10-29T10:29:35.966" v="2106" actId="1076"/>
        <pc:sldMkLst>
          <pc:docMk/>
          <pc:sldMk cId="3819281824" sldId="275"/>
        </pc:sldMkLst>
        <pc:spChg chg="mod">
          <ac:chgData name="Korkan, Ege (SI B T TAI)" userId="d4a09f25-e37d-4f6d-95cf-a8c302d7e2d2" providerId="ADAL" clId="{D725C93F-26E5-5DD2-B8F9-40AAD28B223E}" dt="2026-10-29T10:29:27.288" v="2101" actId="20577"/>
          <ac:spMkLst>
            <pc:docMk/>
            <pc:sldMk cId="3819281824" sldId="275"/>
            <ac:spMk id="2" creationId="{A85403B4-06AD-730B-A8CF-21E50D8DFC7A}"/>
          </ac:spMkLst>
        </pc:spChg>
        <pc:spChg chg="del">
          <ac:chgData name="Korkan, Ege (SI B T TAI)" userId="d4a09f25-e37d-4f6d-95cf-a8c302d7e2d2" providerId="ADAL" clId="{D725C93F-26E5-5DD2-B8F9-40AAD28B223E}" dt="2026-10-29T10:29:29.325" v="2102" actId="478"/>
          <ac:spMkLst>
            <pc:docMk/>
            <pc:sldMk cId="3819281824" sldId="275"/>
            <ac:spMk id="3" creationId="{B58496B2-D792-F0F7-4487-5A7C6B40FED2}"/>
          </ac:spMkLst>
        </pc:spChg>
        <pc:picChg chg="add mod">
          <ac:chgData name="Korkan, Ege (SI B T TAI)" userId="d4a09f25-e37d-4f6d-95cf-a8c302d7e2d2" providerId="ADAL" clId="{D725C93F-26E5-5DD2-B8F9-40AAD28B223E}" dt="2026-10-29T10:29:35.966" v="2106" actId="1076"/>
          <ac:picMkLst>
            <pc:docMk/>
            <pc:sldMk cId="3819281824" sldId="275"/>
            <ac:picMk id="7" creationId="{8842990A-B3EE-E0FE-AE36-8A2DDE64BAC2}"/>
          </ac:picMkLst>
        </pc:picChg>
      </pc:sldChg>
      <pc:sldChg chg="addSp delSp modSp new mod">
        <pc:chgData name="Korkan, Ege (SI B T TAI)" userId="d4a09f25-e37d-4f6d-95cf-a8c302d7e2d2" providerId="ADAL" clId="{D725C93F-26E5-5DD2-B8F9-40AAD28B223E}" dt="2026-10-29T10:44:55.782" v="2174" actId="1076"/>
        <pc:sldMkLst>
          <pc:docMk/>
          <pc:sldMk cId="1669844293" sldId="276"/>
        </pc:sldMkLst>
        <pc:spChg chg="mod">
          <ac:chgData name="Korkan, Ege (SI B T TAI)" userId="d4a09f25-e37d-4f6d-95cf-a8c302d7e2d2" providerId="ADAL" clId="{D725C93F-26E5-5DD2-B8F9-40AAD28B223E}" dt="2026-10-29T10:42:45.669" v="2118" actId="20577"/>
          <ac:spMkLst>
            <pc:docMk/>
            <pc:sldMk cId="1669844293" sldId="276"/>
            <ac:spMk id="2" creationId="{29C503C8-E208-D804-BC6A-45728BA76947}"/>
          </ac:spMkLst>
        </pc:spChg>
        <pc:spChg chg="del">
          <ac:chgData name="Korkan, Ege (SI B T TAI)" userId="d4a09f25-e37d-4f6d-95cf-a8c302d7e2d2" providerId="ADAL" clId="{D725C93F-26E5-5DD2-B8F9-40AAD28B223E}" dt="2026-10-29T10:44:41.538" v="2168" actId="478"/>
          <ac:spMkLst>
            <pc:docMk/>
            <pc:sldMk cId="1669844293" sldId="276"/>
            <ac:spMk id="3" creationId="{68AF1AE5-AACA-6F48-AA2E-389B12D31A37}"/>
          </ac:spMkLst>
        </pc:spChg>
        <pc:spChg chg="add mod">
          <ac:chgData name="Korkan, Ege (SI B T TAI)" userId="d4a09f25-e37d-4f6d-95cf-a8c302d7e2d2" providerId="ADAL" clId="{D725C93F-26E5-5DD2-B8F9-40AAD28B223E}" dt="2026-10-29T10:44:55.782" v="2174" actId="1076"/>
          <ac:spMkLst>
            <pc:docMk/>
            <pc:sldMk cId="1669844293" sldId="276"/>
            <ac:spMk id="8" creationId="{A839B378-866D-4ED6-00E2-699432FF922A}"/>
          </ac:spMkLst>
        </pc:spChg>
        <pc:picChg chg="add mod">
          <ac:chgData name="Korkan, Ege (SI B T TAI)" userId="d4a09f25-e37d-4f6d-95cf-a8c302d7e2d2" providerId="ADAL" clId="{D725C93F-26E5-5DD2-B8F9-40AAD28B223E}" dt="2026-10-29T10:44:46.659" v="2171" actId="1076"/>
          <ac:picMkLst>
            <pc:docMk/>
            <pc:sldMk cId="1669844293" sldId="276"/>
            <ac:picMk id="7" creationId="{ACD1C368-EA5E-AC53-327A-0AD66234EE32}"/>
          </ac:picMkLst>
        </pc:picChg>
      </pc:sldChg>
      <pc:sldChg chg="modSp new mod">
        <pc:chgData name="Korkan, Ege (SI B T TAI)" userId="d4a09f25-e37d-4f6d-95cf-a8c302d7e2d2" providerId="ADAL" clId="{D725C93F-26E5-5DD2-B8F9-40AAD28B223E}" dt="2026-10-29T10:51:20.925" v="2404" actId="20577"/>
        <pc:sldMkLst>
          <pc:docMk/>
          <pc:sldMk cId="4127943577" sldId="277"/>
        </pc:sldMkLst>
        <pc:spChg chg="mod">
          <ac:chgData name="Korkan, Ege (SI B T TAI)" userId="d4a09f25-e37d-4f6d-95cf-a8c302d7e2d2" providerId="ADAL" clId="{D725C93F-26E5-5DD2-B8F9-40AAD28B223E}" dt="2026-10-29T10:50:13.355" v="2184" actId="20577"/>
          <ac:spMkLst>
            <pc:docMk/>
            <pc:sldMk cId="4127943577" sldId="277"/>
            <ac:spMk id="2" creationId="{04C284E0-7FBE-B9C3-76E7-65AD19B75BD8}"/>
          </ac:spMkLst>
        </pc:spChg>
        <pc:spChg chg="mod">
          <ac:chgData name="Korkan, Ege (SI B T TAI)" userId="d4a09f25-e37d-4f6d-95cf-a8c302d7e2d2" providerId="ADAL" clId="{D725C93F-26E5-5DD2-B8F9-40AAD28B223E}" dt="2026-10-29T10:51:20.925" v="2404" actId="20577"/>
          <ac:spMkLst>
            <pc:docMk/>
            <pc:sldMk cId="4127943577" sldId="277"/>
            <ac:spMk id="3" creationId="{A696B1C4-49A5-9DE8-54CE-3338E499A61A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10:51:03.148" v="2345" actId="113"/>
        <pc:sldMkLst>
          <pc:docMk/>
          <pc:sldMk cId="3060408702" sldId="278"/>
        </pc:sldMkLst>
        <pc:spChg chg="mod">
          <ac:chgData name="Korkan, Ege (SI B T TAI)" userId="d4a09f25-e37d-4f6d-95cf-a8c302d7e2d2" providerId="ADAL" clId="{D725C93F-26E5-5DD2-B8F9-40AAD28B223E}" dt="2026-10-29T10:50:19.939" v="2192" actId="20577"/>
          <ac:spMkLst>
            <pc:docMk/>
            <pc:sldMk cId="3060408702" sldId="278"/>
            <ac:spMk id="2" creationId="{4AE12471-99DC-EBC1-93CF-C60157E0B876}"/>
          </ac:spMkLst>
        </pc:spChg>
        <pc:spChg chg="mod">
          <ac:chgData name="Korkan, Ege (SI B T TAI)" userId="d4a09f25-e37d-4f6d-95cf-a8c302d7e2d2" providerId="ADAL" clId="{D725C93F-26E5-5DD2-B8F9-40AAD28B223E}" dt="2026-10-29T10:51:03.148" v="2345" actId="113"/>
          <ac:spMkLst>
            <pc:docMk/>
            <pc:sldMk cId="3060408702" sldId="278"/>
            <ac:spMk id="3" creationId="{F6826D30-864D-BA8E-28E1-78EE2F40A7DF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29T11:18:28.985" v="2418" actId="20577"/>
        <pc:sldMkLst>
          <pc:docMk/>
          <pc:sldMk cId="3619876460" sldId="279"/>
        </pc:sldMkLst>
        <pc:spChg chg="mod">
          <ac:chgData name="Korkan, Ege (SI B T TAI)" userId="d4a09f25-e37d-4f6d-95cf-a8c302d7e2d2" providerId="ADAL" clId="{D725C93F-26E5-5DD2-B8F9-40AAD28B223E}" dt="2026-10-29T10:51:11.983" v="2359" actId="20577"/>
          <ac:spMkLst>
            <pc:docMk/>
            <pc:sldMk cId="3619876460" sldId="279"/>
            <ac:spMk id="2" creationId="{107035CD-F83B-17A4-E9EE-531CA74F0B8B}"/>
          </ac:spMkLst>
        </pc:spChg>
        <pc:spChg chg="mod">
          <ac:chgData name="Korkan, Ege (SI B T TAI)" userId="d4a09f25-e37d-4f6d-95cf-a8c302d7e2d2" providerId="ADAL" clId="{D725C93F-26E5-5DD2-B8F9-40AAD28B223E}" dt="2026-10-29T11:18:28.985" v="2418" actId="20577"/>
          <ac:spMkLst>
            <pc:docMk/>
            <pc:sldMk cId="3619876460" sldId="279"/>
            <ac:spMk id="3" creationId="{24CA1782-63DF-FC0E-C862-246BC7CA86D7}"/>
          </ac:spMkLst>
        </pc:spChg>
      </pc:sldChg>
      <pc:sldChg chg="addSp delSp modSp new mod modClrScheme chgLayout">
        <pc:chgData name="Korkan, Ege (SI B T TAI)" userId="d4a09f25-e37d-4f6d-95cf-a8c302d7e2d2" providerId="ADAL" clId="{D725C93F-26E5-5DD2-B8F9-40AAD28B223E}" dt="2026-10-30T12:33:16.202" v="3415" actId="1076"/>
        <pc:sldMkLst>
          <pc:docMk/>
          <pc:sldMk cId="1851202360" sldId="280"/>
        </pc:sldMkLst>
        <pc:spChg chg="del mod ord">
          <ac:chgData name="Korkan, Ege (SI B T TAI)" userId="d4a09f25-e37d-4f6d-95cf-a8c302d7e2d2" providerId="ADAL" clId="{D725C93F-26E5-5DD2-B8F9-40AAD28B223E}" dt="2026-10-29T11:19:57.566" v="2420" actId="700"/>
          <ac:spMkLst>
            <pc:docMk/>
            <pc:sldMk cId="1851202360" sldId="280"/>
            <ac:spMk id="2" creationId="{1AA8C11B-AF77-047E-6FBE-B96073F1BC91}"/>
          </ac:spMkLst>
        </pc:spChg>
        <pc:spChg chg="del mod ord">
          <ac:chgData name="Korkan, Ege (SI B T TAI)" userId="d4a09f25-e37d-4f6d-95cf-a8c302d7e2d2" providerId="ADAL" clId="{D725C93F-26E5-5DD2-B8F9-40AAD28B223E}" dt="2026-10-29T11:19:57.566" v="2420" actId="700"/>
          <ac:spMkLst>
            <pc:docMk/>
            <pc:sldMk cId="1851202360" sldId="280"/>
            <ac:spMk id="3" creationId="{AC64E160-5A74-011E-11A4-6F1A4AEC050F}"/>
          </ac:spMkLst>
        </pc:spChg>
        <pc:spChg chg="mod ord">
          <ac:chgData name="Korkan, Ege (SI B T TAI)" userId="d4a09f25-e37d-4f6d-95cf-a8c302d7e2d2" providerId="ADAL" clId="{D725C93F-26E5-5DD2-B8F9-40AAD28B223E}" dt="2026-10-29T11:19:57.566" v="2420" actId="700"/>
          <ac:spMkLst>
            <pc:docMk/>
            <pc:sldMk cId="1851202360" sldId="280"/>
            <ac:spMk id="4" creationId="{E955AE70-82B5-CEF8-2A17-B1439C614C70}"/>
          </ac:spMkLst>
        </pc:spChg>
        <pc:spChg chg="mod ord">
          <ac:chgData name="Korkan, Ege (SI B T TAI)" userId="d4a09f25-e37d-4f6d-95cf-a8c302d7e2d2" providerId="ADAL" clId="{D725C93F-26E5-5DD2-B8F9-40AAD28B223E}" dt="2026-10-29T11:19:57.566" v="2420" actId="700"/>
          <ac:spMkLst>
            <pc:docMk/>
            <pc:sldMk cId="1851202360" sldId="280"/>
            <ac:spMk id="5" creationId="{BBE2DD48-B128-B631-5110-BFE49C60C543}"/>
          </ac:spMkLst>
        </pc:spChg>
        <pc:spChg chg="mod ord">
          <ac:chgData name="Korkan, Ege (SI B T TAI)" userId="d4a09f25-e37d-4f6d-95cf-a8c302d7e2d2" providerId="ADAL" clId="{D725C93F-26E5-5DD2-B8F9-40AAD28B223E}" dt="2026-10-29T11:19:57.566" v="2420" actId="700"/>
          <ac:spMkLst>
            <pc:docMk/>
            <pc:sldMk cId="1851202360" sldId="280"/>
            <ac:spMk id="6" creationId="{CA5DCA9C-06A1-9AB1-2924-45593BC32D24}"/>
          </ac:spMkLst>
        </pc:spChg>
        <pc:spChg chg="add mod ord">
          <ac:chgData name="Korkan, Ege (SI B T TAI)" userId="d4a09f25-e37d-4f6d-95cf-a8c302d7e2d2" providerId="ADAL" clId="{D725C93F-26E5-5DD2-B8F9-40AAD28B223E}" dt="2026-10-29T17:50:26.998" v="3124" actId="27636"/>
          <ac:spMkLst>
            <pc:docMk/>
            <pc:sldMk cId="1851202360" sldId="280"/>
            <ac:spMk id="7" creationId="{B35CEE5F-1A6F-49AB-066C-9BEB46816593}"/>
          </ac:spMkLst>
        </pc:spChg>
        <pc:spChg chg="add mod ord">
          <ac:chgData name="Korkan, Ege (SI B T TAI)" userId="d4a09f25-e37d-4f6d-95cf-a8c302d7e2d2" providerId="ADAL" clId="{D725C93F-26E5-5DD2-B8F9-40AAD28B223E}" dt="2026-10-30T12:26:41.721" v="3373" actId="20577"/>
          <ac:spMkLst>
            <pc:docMk/>
            <pc:sldMk cId="1851202360" sldId="280"/>
            <ac:spMk id="8" creationId="{3436C8A0-F2D0-9911-3FCE-29D1D5D2FCEE}"/>
          </ac:spMkLst>
        </pc:spChg>
        <pc:spChg chg="add mod">
          <ac:chgData name="Korkan, Ege (SI B T TAI)" userId="d4a09f25-e37d-4f6d-95cf-a8c302d7e2d2" providerId="ADAL" clId="{D725C93F-26E5-5DD2-B8F9-40AAD28B223E}" dt="2026-10-30T12:27:38.080" v="3414" actId="20577"/>
          <ac:spMkLst>
            <pc:docMk/>
            <pc:sldMk cId="1851202360" sldId="280"/>
            <ac:spMk id="9" creationId="{22DF0E0B-6F20-F627-342F-D5A57AA6A192}"/>
          </ac:spMkLst>
        </pc:spChg>
        <pc:spChg chg="add mod">
          <ac:chgData name="Korkan, Ege (SI B T TAI)" userId="d4a09f25-e37d-4f6d-95cf-a8c302d7e2d2" providerId="ADAL" clId="{D725C93F-26E5-5DD2-B8F9-40AAD28B223E}" dt="2026-10-30T12:27:10.206" v="3396" actId="20577"/>
          <ac:spMkLst>
            <pc:docMk/>
            <pc:sldMk cId="1851202360" sldId="280"/>
            <ac:spMk id="11" creationId="{41635D4D-A389-4D97-B69E-DAF4489CCA96}"/>
          </ac:spMkLst>
        </pc:spChg>
        <pc:spChg chg="add mod">
          <ac:chgData name="Korkan, Ege (SI B T TAI)" userId="d4a09f25-e37d-4f6d-95cf-a8c302d7e2d2" providerId="ADAL" clId="{D725C93F-26E5-5DD2-B8F9-40AAD28B223E}" dt="2026-10-30T12:33:16.202" v="3415" actId="1076"/>
          <ac:spMkLst>
            <pc:docMk/>
            <pc:sldMk cId="1851202360" sldId="280"/>
            <ac:spMk id="12" creationId="{DA0DE2F6-7FFE-2C71-635B-86BDB9901453}"/>
          </ac:spMkLst>
        </pc:spChg>
        <pc:spChg chg="add mod">
          <ac:chgData name="Korkan, Ege (SI B T TAI)" userId="d4a09f25-e37d-4f6d-95cf-a8c302d7e2d2" providerId="ADAL" clId="{D725C93F-26E5-5DD2-B8F9-40AAD28B223E}" dt="2026-10-29T12:33:20.869" v="3113" actId="1076"/>
          <ac:spMkLst>
            <pc:docMk/>
            <pc:sldMk cId="1851202360" sldId="280"/>
            <ac:spMk id="13" creationId="{CD9C86D4-BD5F-4F2F-2EE9-605B7482353B}"/>
          </ac:spMkLst>
        </pc:spChg>
      </pc:sldChg>
      <pc:sldChg chg="modSp add mod">
        <pc:chgData name="Korkan, Ege (SI B T TAI)" userId="d4a09f25-e37d-4f6d-95cf-a8c302d7e2d2" providerId="ADAL" clId="{D725C93F-26E5-5DD2-B8F9-40AAD28B223E}" dt="2026-10-30T08:42:47.589" v="3247" actId="20577"/>
        <pc:sldMkLst>
          <pc:docMk/>
          <pc:sldMk cId="3319204992" sldId="281"/>
        </pc:sldMkLst>
        <pc:spChg chg="mod">
          <ac:chgData name="Korkan, Ege (SI B T TAI)" userId="d4a09f25-e37d-4f6d-95cf-a8c302d7e2d2" providerId="ADAL" clId="{D725C93F-26E5-5DD2-B8F9-40AAD28B223E}" dt="2026-10-30T08:41:53.652" v="3227"/>
          <ac:spMkLst>
            <pc:docMk/>
            <pc:sldMk cId="3319204992" sldId="281"/>
            <ac:spMk id="2" creationId="{0D2A6217-56C2-C659-B67A-2BF80E5FF34D}"/>
          </ac:spMkLst>
        </pc:spChg>
        <pc:spChg chg="mod">
          <ac:chgData name="Korkan, Ege (SI B T TAI)" userId="d4a09f25-e37d-4f6d-95cf-a8c302d7e2d2" providerId="ADAL" clId="{D725C93F-26E5-5DD2-B8F9-40AAD28B223E}" dt="2026-10-30T08:42:47.589" v="3247" actId="20577"/>
          <ac:spMkLst>
            <pc:docMk/>
            <pc:sldMk cId="3319204992" sldId="281"/>
            <ac:spMk id="3" creationId="{804FB315-C128-6A5C-5C37-91ADF6DD9552}"/>
          </ac:spMkLst>
        </pc:spChg>
      </pc:sldChg>
      <pc:sldMasterChg chg="modSldLayout">
        <pc:chgData name="Korkan, Ege (SI B T TAI)" userId="d4a09f25-e37d-4f6d-95cf-a8c302d7e2d2" providerId="ADAL" clId="{D725C93F-26E5-5DD2-B8F9-40AAD28B223E}" dt="2026-10-29T00:54:40.492" v="42" actId="14100"/>
        <pc:sldMasterMkLst>
          <pc:docMk/>
          <pc:sldMasterMk cId="1961663111" sldId="2147483648"/>
        </pc:sldMasterMkLst>
        <pc:sldLayoutChg chg="modSp mod">
          <pc:chgData name="Korkan, Ege (SI B T TAI)" userId="d4a09f25-e37d-4f6d-95cf-a8c302d7e2d2" providerId="ADAL" clId="{D725C93F-26E5-5DD2-B8F9-40AAD28B223E}" dt="2026-10-29T00:54:40.492" v="42" actId="14100"/>
          <pc:sldLayoutMkLst>
            <pc:docMk/>
            <pc:sldMasterMk cId="1961663111" sldId="2147483648"/>
            <pc:sldLayoutMk cId="1490460231" sldId="2147483650"/>
          </pc:sldLayoutMkLst>
          <pc:spChg chg="mod">
            <ac:chgData name="Korkan, Ege (SI B T TAI)" userId="d4a09f25-e37d-4f6d-95cf-a8c302d7e2d2" providerId="ADAL" clId="{D725C93F-26E5-5DD2-B8F9-40AAD28B223E}" dt="2026-10-29T00:54:40.492" v="42" actId="14100"/>
            <ac:spMkLst>
              <pc:docMk/>
              <pc:sldMasterMk cId="1961663111" sldId="2147483648"/>
              <pc:sldLayoutMk cId="1490460231" sldId="2147483650"/>
              <ac:spMk id="2" creationId="{CC4C7C6D-3AF4-704E-BA3F-6FC5B568CAB1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 – TPAC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2026-10-29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2026-10-29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2026-10-29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2026-10-29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2026-10-29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2026-10-29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2026-10-29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2026-10-29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2026-10-29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2026-10-28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3c/wot-thing-description/issues/2126" TargetMode="External"/><Relationship Id="rId2" Type="http://schemas.openxmlformats.org/officeDocument/2006/relationships/hyperlink" Target="https://github.com/w3c/wot-thing-description/blob/main/planning/README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w3c/wot-thing-description/blob/main/planning/work-items/other-documents-sync/arch.m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3c/wot-testing/pull/641" TargetMode="External"/><Relationship Id="rId2" Type="http://schemas.openxmlformats.org/officeDocument/2006/relationships/hyperlink" Target="https://github.com/w3c/wot-thing-description/tree/main/proposals/common-definition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w3c/wot-thing-description/blob/main/proposals/common-definitions/tooling/tds.j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3c/wot-thing-description/blob/main/planning/work-items/analysis/data-mapping/analysis-data-mapping-summary.m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3c/wot-thing-description/blob/main/planning/work-items/analysis/analysis-media-streaming.m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3c/wot-thing-description/issues/2215" TargetMode="External"/><Relationship Id="rId2" Type="http://schemas.openxmlformats.org/officeDocument/2006/relationships/hyperlink" Target="https://github.com/w3c/wot-thing-description/pull/220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w3c/wot-thing-description/blob/main/planning/work-items/analysis/readOnly-writeOnly.m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3c/wot-binding-templates/pull/479" TargetMode="External"/><Relationship Id="rId2" Type="http://schemas.openxmlformats.org/officeDocument/2006/relationships/hyperlink" Target="https://github.com/w3c/wot-thing-description/pull/212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3c.github.io/wot-binding-templates/bindings/protocols/ethernetip/index.html" TargetMode="External"/><Relationship Id="rId7" Type="http://schemas.openxmlformats.org/officeDocument/2006/relationships/hyperlink" Target="https://github.com/w3c/wot-binding-templates/issues/464" TargetMode="External"/><Relationship Id="rId2" Type="http://schemas.openxmlformats.org/officeDocument/2006/relationships/hyperlink" Target="https://w3c.github.io/wot-binding-templates/bindings/protocols/lorawan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w3c/wot-binding-templates/issues/465" TargetMode="External"/><Relationship Id="rId5" Type="http://schemas.openxmlformats.org/officeDocument/2006/relationships/hyperlink" Target="https://reference.opcfoundation.org/specs/OPC-10101" TargetMode="External"/><Relationship Id="rId4" Type="http://schemas.openxmlformats.org/officeDocument/2006/relationships/hyperlink" Target="https://w3c.github.io/wot-binding-templates/bindings/protocols/s7comm/index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3c.github.io/wot-binding-registry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/>
              <a:t>Thing Description Sessions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Ege Korkan, Siemens</a:t>
            </a:r>
          </a:p>
          <a:p>
            <a:r>
              <a:rPr lang="en-US" dirty="0"/>
              <a:t>29 October 2026</a:t>
            </a:r>
          </a:p>
          <a:p>
            <a:r>
              <a:rPr lang="en-US" dirty="0"/>
              <a:t>W3C TPAC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 – TPAC 2026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6CE35-1736-85E7-B74F-65CE1953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E747D-6103-1C84-2B7F-F527A718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8222"/>
            <a:ext cx="11296973" cy="4878741"/>
          </a:xfrm>
        </p:spPr>
        <p:txBody>
          <a:bodyPr>
            <a:normAutofit/>
          </a:bodyPr>
          <a:lstStyle/>
          <a:p>
            <a:r>
              <a:rPr lang="en-US" dirty="0"/>
              <a:t>Today</a:t>
            </a:r>
          </a:p>
          <a:p>
            <a:pPr lvl="1"/>
            <a:r>
              <a:rPr lang="en-US" dirty="0"/>
              <a:t>Summaries (20 mins), Ege: </a:t>
            </a:r>
          </a:p>
          <a:p>
            <a:pPr lvl="2"/>
            <a:r>
              <a:rPr lang="en-US" dirty="0"/>
              <a:t>TD Work (common definitions, data mapping, underlying stuff, toolchain)</a:t>
            </a:r>
          </a:p>
          <a:p>
            <a:pPr lvl="2"/>
            <a:r>
              <a:rPr lang="en-US" dirty="0"/>
              <a:t>New bindings and changes</a:t>
            </a:r>
          </a:p>
          <a:p>
            <a:pPr lvl="2"/>
            <a:r>
              <a:rPr lang="en-US" dirty="0"/>
              <a:t>Binding Registry</a:t>
            </a:r>
          </a:p>
          <a:p>
            <a:pPr lvl="1"/>
            <a:r>
              <a:rPr lang="en-US" dirty="0"/>
              <a:t>Specification Toolchain (20 mins), Mahda</a:t>
            </a:r>
          </a:p>
          <a:p>
            <a:r>
              <a:rPr lang="en-US" dirty="0"/>
              <a:t>Tomorrow</a:t>
            </a:r>
          </a:p>
          <a:p>
            <a:pPr lvl="1"/>
            <a:r>
              <a:rPr lang="en-US" dirty="0"/>
              <a:t>TD roadmap / Prioritization / Who is responsible of specific tasks (20 mins), Ege</a:t>
            </a:r>
          </a:p>
          <a:p>
            <a:pPr lvl="1"/>
            <a:r>
              <a:rPr lang="en-US" dirty="0"/>
              <a:t>Data Mapping User Stories to Specification Feature (15 mins), Christian</a:t>
            </a:r>
          </a:p>
          <a:p>
            <a:pPr lvl="1"/>
            <a:r>
              <a:rPr lang="en-US" dirty="0"/>
              <a:t>Subprotocols, URI Schemes, and how to identify and manage bindings (30 mins), Ege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1D165-78F9-B716-EA38-F73191D9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9811A-D1F6-6823-9AD9-B0254C11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7A753D-E4D7-F42F-F2A8-931A629E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1D3D-F206-5C32-1312-99745AF0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DF8F3-E86F-723D-6F06-7EE012FD6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TD, Bindings, Registry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2FF67-DF97-682D-8F2A-5FF970EF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723F-57EA-4C47-97B9-92AFDEEF85DC}" type="datetime1">
              <a:rPr lang="en-CA" smtClean="0"/>
              <a:t>2026-10-29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F68FC-A80C-1EB2-A885-AF327C59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E391F-8FB9-0C11-4CC6-75094890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9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477B6-A476-0BBD-AD43-B2F3EFEB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Landscape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39B6F-19CF-8907-A11C-30EF50BF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EAF8C-80B9-F1F4-3F52-93BF983C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B258AC-DE0E-3BC9-322F-03E65589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66522-1DC0-47DA-328A-7CD1A4B127C2}"/>
              </a:ext>
            </a:extLst>
          </p:cNvPr>
          <p:cNvSpPr/>
          <p:nvPr/>
        </p:nvSpPr>
        <p:spPr>
          <a:xfrm>
            <a:off x="838200" y="2766448"/>
            <a:ext cx="2224007" cy="1441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TD Spec:</a:t>
            </a:r>
          </a:p>
          <a:p>
            <a:pPr algn="ctr"/>
            <a:r>
              <a:rPr lang="en-US" dirty="0"/>
              <a:t>Core Information Model and Serialization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0A8DA-1396-55E7-9A9D-45054C3C4F23}"/>
              </a:ext>
            </a:extLst>
          </p:cNvPr>
          <p:cNvSpPr/>
          <p:nvPr/>
        </p:nvSpPr>
        <p:spPr>
          <a:xfrm>
            <a:off x="4462221" y="1756475"/>
            <a:ext cx="2224007" cy="692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Binding A – v1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BFC49-9DE7-E9C4-BAE7-C684C5F3349E}"/>
              </a:ext>
            </a:extLst>
          </p:cNvPr>
          <p:cNvSpPr/>
          <p:nvPr/>
        </p:nvSpPr>
        <p:spPr>
          <a:xfrm>
            <a:off x="4462221" y="2559773"/>
            <a:ext cx="2224007" cy="692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Binding A – v2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28B9C-76AF-9747-5856-F5AF54E3E02A}"/>
              </a:ext>
            </a:extLst>
          </p:cNvPr>
          <p:cNvSpPr/>
          <p:nvPr/>
        </p:nvSpPr>
        <p:spPr>
          <a:xfrm>
            <a:off x="4462220" y="3363071"/>
            <a:ext cx="2224007" cy="692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Binding 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0150AB-B29B-C5BC-3F38-2549184EDFD0}"/>
              </a:ext>
            </a:extLst>
          </p:cNvPr>
          <p:cNvSpPr/>
          <p:nvPr/>
        </p:nvSpPr>
        <p:spPr>
          <a:xfrm>
            <a:off x="4462220" y="4749754"/>
            <a:ext cx="2224007" cy="692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Binding 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68E385-9125-799F-EA1B-1195BA256FD5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5574224" y="4055328"/>
            <a:ext cx="0" cy="694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DCAFD0-A6F6-D229-F487-927EF3652EE1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3062207" y="2102604"/>
            <a:ext cx="1400014" cy="138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2E4004-5F5A-DADC-597B-CADE03B5A88A}"/>
              </a:ext>
            </a:extLst>
          </p:cNvPr>
          <p:cNvCxnSpPr>
            <a:cxnSpLocks/>
            <a:stCxn id="11" idx="1"/>
            <a:endCxn id="7" idx="3"/>
          </p:cNvCxnSpPr>
          <p:nvPr/>
        </p:nvCxnSpPr>
        <p:spPr>
          <a:xfrm flipH="1">
            <a:off x="3062207" y="2905902"/>
            <a:ext cx="1400014" cy="581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A82A28-7F09-F5D2-B722-63E1F3025FEE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 flipV="1">
            <a:off x="3062207" y="3487119"/>
            <a:ext cx="1400013" cy="222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8671FCC-A4C7-89CC-1EE5-76F48115C8D0}"/>
              </a:ext>
            </a:extLst>
          </p:cNvPr>
          <p:cNvSpPr txBox="1"/>
          <p:nvPr/>
        </p:nvSpPr>
        <p:spPr>
          <a:xfrm>
            <a:off x="5636002" y="4217875"/>
            <a:ext cx="9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8D865C-31D0-0ACF-AE3A-4281916C8C96}"/>
              </a:ext>
            </a:extLst>
          </p:cNvPr>
          <p:cNvSpPr/>
          <p:nvPr/>
        </p:nvSpPr>
        <p:spPr>
          <a:xfrm>
            <a:off x="8708756" y="2708329"/>
            <a:ext cx="2224007" cy="1441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Binding Registry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F107A5-931A-465E-8CA7-CD9CFED4F3D5}"/>
              </a:ext>
            </a:extLst>
          </p:cNvPr>
          <p:cNvCxnSpPr>
            <a:cxnSpLocks/>
            <a:stCxn id="27" idx="1"/>
            <a:endCxn id="8" idx="3"/>
          </p:cNvCxnSpPr>
          <p:nvPr/>
        </p:nvCxnSpPr>
        <p:spPr>
          <a:xfrm flipH="1" flipV="1">
            <a:off x="6686228" y="2102604"/>
            <a:ext cx="2022528" cy="1326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D194C16-18FE-FC98-6F29-0B30A8B9D5FD}"/>
              </a:ext>
            </a:extLst>
          </p:cNvPr>
          <p:cNvCxnSpPr>
            <a:cxnSpLocks/>
            <a:stCxn id="27" idx="1"/>
            <a:endCxn id="11" idx="3"/>
          </p:cNvCxnSpPr>
          <p:nvPr/>
        </p:nvCxnSpPr>
        <p:spPr>
          <a:xfrm flipH="1" flipV="1">
            <a:off x="6686228" y="2905902"/>
            <a:ext cx="2022528" cy="523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64152C-28E8-D0FA-DB18-51FCED76C7A8}"/>
              </a:ext>
            </a:extLst>
          </p:cNvPr>
          <p:cNvCxnSpPr>
            <a:cxnSpLocks/>
            <a:stCxn id="27" idx="1"/>
            <a:endCxn id="12" idx="3"/>
          </p:cNvCxnSpPr>
          <p:nvPr/>
        </p:nvCxnSpPr>
        <p:spPr>
          <a:xfrm flipH="1">
            <a:off x="6686227" y="3429000"/>
            <a:ext cx="2022529" cy="28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156B77-1889-B45C-49F3-5D5D6FD3C406}"/>
              </a:ext>
            </a:extLst>
          </p:cNvPr>
          <p:cNvCxnSpPr>
            <a:cxnSpLocks/>
            <a:stCxn id="27" idx="1"/>
            <a:endCxn id="13" idx="3"/>
          </p:cNvCxnSpPr>
          <p:nvPr/>
        </p:nvCxnSpPr>
        <p:spPr>
          <a:xfrm flipH="1">
            <a:off x="6686227" y="3429000"/>
            <a:ext cx="2022529" cy="1666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2EEB4C-1A06-7D1E-8084-30A365940721}"/>
              </a:ext>
            </a:extLst>
          </p:cNvPr>
          <p:cNvSpPr txBox="1"/>
          <p:nvPr/>
        </p:nvSpPr>
        <p:spPr>
          <a:xfrm rot="16200000">
            <a:off x="7813317" y="3299714"/>
            <a:ext cx="9219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governs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58EC7EC-4540-52C6-39FF-BFF0DEFF264F}"/>
              </a:ext>
            </a:extLst>
          </p:cNvPr>
          <p:cNvCxnSpPr>
            <a:cxnSpLocks/>
            <a:stCxn id="13" idx="1"/>
            <a:endCxn id="7" idx="3"/>
          </p:cNvCxnSpPr>
          <p:nvPr/>
        </p:nvCxnSpPr>
        <p:spPr>
          <a:xfrm flipH="1" flipV="1">
            <a:off x="3062207" y="3487119"/>
            <a:ext cx="1400013" cy="1608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F79D7B8-8BF4-45C5-4A75-854F6B705872}"/>
              </a:ext>
            </a:extLst>
          </p:cNvPr>
          <p:cNvSpPr txBox="1"/>
          <p:nvPr/>
        </p:nvSpPr>
        <p:spPr>
          <a:xfrm rot="16200000">
            <a:off x="2973546" y="3384433"/>
            <a:ext cx="9199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479E43-B048-A655-44D6-EE66131B4635}"/>
              </a:ext>
            </a:extLst>
          </p:cNvPr>
          <p:cNvSpPr/>
          <p:nvPr/>
        </p:nvSpPr>
        <p:spPr>
          <a:xfrm>
            <a:off x="838200" y="4789007"/>
            <a:ext cx="2224007" cy="692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Binding Mechanism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B2A633E-7820-A7AE-EE5B-0350F31D4F3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>
            <a:off x="1950204" y="4207790"/>
            <a:ext cx="0" cy="581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F732AAC-D601-C4C4-84E5-064A835819CE}"/>
              </a:ext>
            </a:extLst>
          </p:cNvPr>
          <p:cNvSpPr txBox="1"/>
          <p:nvPr/>
        </p:nvSpPr>
        <p:spPr>
          <a:xfrm>
            <a:off x="1950203" y="4276001"/>
            <a:ext cx="945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explains</a:t>
            </a:r>
          </a:p>
        </p:txBody>
      </p:sp>
    </p:spTree>
    <p:extLst>
      <p:ext uri="{BB962C8B-B14F-4D97-AF65-F5344CB8AC3E}">
        <p14:creationId xmlns:p14="http://schemas.microsoft.com/office/powerpoint/2010/main" val="1175322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B3F1B0-7693-5D9C-884F-7468B170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 Description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EA5927-E056-3429-A05E-076277791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2F32144-B319-5CC0-E52F-CC6691A0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D3D08-EC08-38AB-B84F-C21C8EB1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8D9A5-D93C-99D5-537F-E85D20D3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4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BFB2-738F-1B84-CF8D-90DB379D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6B5AC-3802-D551-7046-EC9FAF84C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Organized</a:t>
            </a:r>
          </a:p>
          <a:p>
            <a:r>
              <a:rPr lang="en-US" dirty="0"/>
              <a:t>Common Definitions</a:t>
            </a:r>
          </a:p>
          <a:p>
            <a:r>
              <a:rPr lang="en-US" dirty="0"/>
              <a:t>Data Mapping</a:t>
            </a:r>
          </a:p>
          <a:p>
            <a:r>
              <a:rPr lang="en-US" dirty="0"/>
              <a:t>Media Streaming</a:t>
            </a:r>
          </a:p>
          <a:p>
            <a:r>
              <a:rPr lang="en-US" dirty="0"/>
              <a:t>Core Design Challenges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73191-26F2-559C-67CF-FD5999A5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9D944-0716-4039-FC5F-61FE4CC9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EFA183-FEEB-59FB-C6A4-A3B48CF80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8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6D96-F1A8-A558-2DEA-34B09F78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Organized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2599-A816-0CC9-ADD1-CCBB7F363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Item Planning</a:t>
            </a:r>
          </a:p>
          <a:p>
            <a:pPr lvl="1"/>
            <a:r>
              <a:rPr lang="en-US" dirty="0">
                <a:hlinkClick r:id="rId2"/>
              </a:rPr>
              <a:t>https://github.com/w3c/wot-thing-description/blob/main/planning/README.md</a:t>
            </a:r>
            <a:r>
              <a:rPr lang="en-US" dirty="0"/>
              <a:t> contains the summarized work items and analyses</a:t>
            </a:r>
          </a:p>
          <a:p>
            <a:r>
              <a:rPr lang="en-US" dirty="0"/>
              <a:t>Architecture Specification Assertions</a:t>
            </a:r>
          </a:p>
          <a:p>
            <a:pPr lvl="1"/>
            <a:r>
              <a:rPr lang="en-US" dirty="0"/>
              <a:t>We worked on moving normative assertions in the Architecture specification to the TD</a:t>
            </a:r>
          </a:p>
          <a:p>
            <a:pPr lvl="1"/>
            <a:r>
              <a:rPr lang="en-US" dirty="0">
                <a:hlinkClick r:id="rId3"/>
              </a:rPr>
              <a:t>https://github.com/w3c/wot-thing-description/issues/2126</a:t>
            </a:r>
            <a:r>
              <a:rPr lang="en-US" dirty="0"/>
              <a:t> and was tracked by </a:t>
            </a:r>
            <a:r>
              <a:rPr lang="en-US" dirty="0">
                <a:hlinkClick r:id="rId4"/>
              </a:rPr>
              <a:t>https://github.com/w3c/wot-thing-description/blob/main/planning/work-items/other-documents-sync/arch.md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E8571-AC75-9C03-57EF-4DB5E6B9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4C822-8AE2-399A-BC72-D419CCB4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7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DD837-D5AD-D843-94B7-A8576ADD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4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3D92-1911-5B64-C932-9141C2D47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3AD6-0710-5E2C-E86C-E9A8C9B8B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3C2F4-C77B-A48F-3016-8609E667C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big refactoring and almost a feature of TD 2.0</a:t>
            </a:r>
          </a:p>
          <a:p>
            <a:r>
              <a:rPr lang="en-US" dirty="0"/>
              <a:t>Waiting for toolchain refactoring to move to Editor’s Draft</a:t>
            </a:r>
          </a:p>
          <a:p>
            <a:r>
              <a:rPr lang="en-US" dirty="0">
                <a:hlinkClick r:id="rId2"/>
              </a:rPr>
              <a:t>https://github.com/w3c/wot-thing-description/tree/main/proposals/common-definitions</a:t>
            </a:r>
            <a:r>
              <a:rPr lang="en-US" dirty="0"/>
              <a:t> </a:t>
            </a:r>
          </a:p>
          <a:p>
            <a:r>
              <a:rPr lang="en-US" dirty="0" err="1"/>
              <a:t>Plugfest</a:t>
            </a:r>
            <a:r>
              <a:rPr lang="en-US" dirty="0"/>
              <a:t> TDs with common definitions: </a:t>
            </a:r>
            <a:r>
              <a:rPr lang="en-US" dirty="0">
                <a:hlinkClick r:id="rId3"/>
              </a:rPr>
              <a:t>https://github.com/w3c/wot-testing/pull/641</a:t>
            </a:r>
            <a:r>
              <a:rPr lang="en-US" dirty="0"/>
              <a:t> </a:t>
            </a:r>
          </a:p>
          <a:p>
            <a:r>
              <a:rPr lang="en-US" dirty="0"/>
              <a:t>Upcoming examples are from </a:t>
            </a:r>
            <a:r>
              <a:rPr lang="en-US" dirty="0">
                <a:hlinkClick r:id="rId4"/>
              </a:rPr>
              <a:t>https://github.com/w3c/wot-thing-description/blob/main/proposals/common-definitions/tooling/tds.js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95AA5-5807-3331-110B-0F402581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D6531-87D2-C645-6812-9BEC826C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7D2D23-70DC-12AB-A950-E253A42D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186E-C370-6F81-360F-1DF44977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Definitions: Simple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CD4DF-EB47-52EE-4DE4-EF2BEA18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911F1-1205-EAE4-A106-E7F88D72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7FE9D7-580D-D91A-F990-7842F03C2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B19E23-2D66-96F7-CF36-5230E554A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1" b="13236"/>
          <a:stretch>
            <a:fillRect/>
          </a:stretch>
        </p:blipFill>
        <p:spPr>
          <a:xfrm>
            <a:off x="831131" y="1222408"/>
            <a:ext cx="5264869" cy="5270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F0494E-4EF2-E35E-9DE7-BE710124D5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04" b="11298"/>
          <a:stretch>
            <a:fillRect/>
          </a:stretch>
        </p:blipFill>
        <p:spPr>
          <a:xfrm>
            <a:off x="6568568" y="1222408"/>
            <a:ext cx="4500485" cy="527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2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A257-A4D4-7ED1-6D00-0932BDD2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Definitions: Multiple Form </a:t>
            </a:r>
            <a:r>
              <a:rPr lang="en-US" dirty="0" err="1"/>
              <a:t>Defs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29DE1-1BD4-5811-9307-438488CD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02ED2-CC50-4EBB-84F6-B6546497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10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57BD7-3E64-C794-C0B5-CB396364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9258C-D70A-D81F-0E66-D01F4829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5" b="12561"/>
          <a:stretch>
            <a:fillRect/>
          </a:stretch>
        </p:blipFill>
        <p:spPr>
          <a:xfrm>
            <a:off x="3392879" y="1020278"/>
            <a:ext cx="5406242" cy="583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06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A76F8-81D9-88EA-C4C9-1259EF4C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988E-1504-2E8E-3ED2-EC2B50A0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F6B40-3D7A-63EF-D8A3-DD529D3EA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Christian will go deeper into it</a:t>
            </a:r>
          </a:p>
          <a:p>
            <a:r>
              <a:rPr lang="en-US" dirty="0"/>
              <a:t>Developed at </a:t>
            </a:r>
            <a:r>
              <a:rPr lang="en-US" dirty="0">
                <a:hlinkClick r:id="rId2"/>
              </a:rPr>
              <a:t>https://github.com/w3c/wot-thing-description/blob/main/planning/work-items/analysis/data-mapping/analysis-data-mapping-summary.md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90C11-6899-D659-F90F-4C396498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A2627-1213-5AE8-ABCF-B5F4BF75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6E01-0084-45F4-35A4-C3D3750F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84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D07F-FFCA-8441-19E0-5F4AD4C2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BA1D-817E-2006-0F1A-E0E5083C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Media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52D7-74E0-C6EB-B840-E7261641A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handle media streams that are not simple fetching of media. Early analysis that will be extended from </a:t>
            </a:r>
            <a:r>
              <a:rPr lang="en-US" dirty="0" err="1"/>
              <a:t>Plugfest</a:t>
            </a:r>
            <a:r>
              <a:rPr lang="en-US" dirty="0"/>
              <a:t> results. </a:t>
            </a:r>
          </a:p>
          <a:p>
            <a:r>
              <a:rPr lang="en-US" dirty="0"/>
              <a:t>Driven by </a:t>
            </a:r>
            <a:r>
              <a:rPr lang="en-US" dirty="0" err="1"/>
              <a:t>Toumura-san</a:t>
            </a:r>
            <a:endParaRPr lang="en-US" dirty="0"/>
          </a:p>
          <a:p>
            <a:r>
              <a:rPr lang="en-US" dirty="0">
                <a:hlinkClick r:id="rId2"/>
              </a:rPr>
              <a:t>https://github.com/w3c/wot-thing-description/blob/main/planning/work-items/analysis/analysis-media-streaming.md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EEA22-19EB-A0A7-6AA4-BA248106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C175D-FE41-FBD3-42D3-3A92B393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227C98-1671-FB89-5F2C-9EFCBCF9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56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2831-58D5-2078-5C66-9561FD5AB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A31A-5982-5821-6A10-DFCC4902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Design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F06F9-A9C7-242D-1C2B-647A1DB6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Discussion about the fundamentals of the TD. Difficult to summarize each point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lvl="1"/>
            <a:r>
              <a:rPr lang="en-US" dirty="0">
                <a:sym typeface="Wingdings" pitchFamily="2" charset="2"/>
              </a:rPr>
              <a:t>Subprotocols, URI Schemes, and how to identify and manage bindings: Deeper discussion tomorrow</a:t>
            </a:r>
          </a:p>
          <a:p>
            <a:pPr lvl="1"/>
            <a:r>
              <a:rPr lang="en-US" dirty="0" err="1">
                <a:sym typeface="Wingdings" pitchFamily="2" charset="2"/>
              </a:rPr>
              <a:t>readOnly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writeOnly</a:t>
            </a:r>
            <a:r>
              <a:rPr lang="en-US" dirty="0">
                <a:sym typeface="Wingdings" pitchFamily="2" charset="2"/>
              </a:rPr>
              <a:t> and how these influence input and outputs</a:t>
            </a:r>
          </a:p>
          <a:p>
            <a:pPr lvl="2"/>
            <a:r>
              <a:rPr lang="en-US" dirty="0">
                <a:sym typeface="Wingdings" pitchFamily="2" charset="2"/>
              </a:rPr>
              <a:t>Failed PR: </a:t>
            </a:r>
            <a:r>
              <a:rPr lang="en-US" dirty="0">
                <a:sym typeface="Wingdings" pitchFamily="2" charset="2"/>
                <a:hlinkClick r:id="rId2"/>
              </a:rPr>
              <a:t>https://github.com/w3c/wot-thing-description/pull/2206</a:t>
            </a:r>
            <a:endParaRPr lang="en-US" dirty="0">
              <a:sym typeface="Wingdings" pitchFamily="2" charset="2"/>
            </a:endParaRPr>
          </a:p>
          <a:p>
            <a:pPr lvl="2"/>
            <a:r>
              <a:rPr lang="en-US" dirty="0">
                <a:sym typeface="Wingdings" pitchFamily="2" charset="2"/>
              </a:rPr>
              <a:t>Next discussion: </a:t>
            </a:r>
            <a:r>
              <a:rPr lang="en-US" dirty="0">
                <a:sym typeface="Wingdings" pitchFamily="2" charset="2"/>
                <a:hlinkClick r:id="rId3"/>
              </a:rPr>
              <a:t>https://github.com/w3c/wot-thing-description/issues/2215</a:t>
            </a:r>
            <a:r>
              <a:rPr lang="en-US" dirty="0">
                <a:sym typeface="Wingdings" pitchFamily="2" charset="2"/>
              </a:rPr>
              <a:t> and </a:t>
            </a:r>
            <a:r>
              <a:rPr lang="en-US" dirty="0">
                <a:sym typeface="Wingdings" pitchFamily="2" charset="2"/>
                <a:hlinkClick r:id="rId4"/>
              </a:rPr>
              <a:t>https://github.com/w3c/wot-thing-description/blob/main/planning/work-items/analysis/readOnly-writeOnly.md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D8AA8-74BE-46A2-49AD-AB073694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C9465-48D1-FDF4-DF0E-65108035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0ABDC6-F04D-A54C-3828-91E735B5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87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27CA-7974-EC86-2AD1-689F6B37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89DD02-CB1E-1716-982A-9BAE31E6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D57C91-ED51-9520-2302-385D65009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9162F-5589-B272-300B-6502A344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701A5-DC74-5CCD-4DD5-563F3AE84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7B44E-7A6E-7FB6-16D8-8B970025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89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101D-6E37-F652-64D9-BD021DD2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667A-6DE2-3222-3107-3B1DD296F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Bindings: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6C6CC-480B-62E5-A339-F289B7C96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much change to existing bindings</a:t>
            </a:r>
          </a:p>
          <a:p>
            <a:r>
              <a:rPr lang="en-US" dirty="0"/>
              <a:t>HTTP Binding: Not anymore part of TD</a:t>
            </a:r>
          </a:p>
          <a:p>
            <a:pPr lvl="1"/>
            <a:r>
              <a:rPr lang="en-US" dirty="0">
                <a:hlinkClick r:id="rId2"/>
              </a:rPr>
              <a:t>https://github.com/w3c/wot-thing-description/pull/2123</a:t>
            </a:r>
            <a:endParaRPr lang="en-US" dirty="0"/>
          </a:p>
          <a:p>
            <a:r>
              <a:rPr lang="en-US" dirty="0"/>
              <a:t>Modbus: Zero based addressing</a:t>
            </a:r>
          </a:p>
          <a:p>
            <a:pPr lvl="1"/>
            <a:r>
              <a:rPr lang="en-US" dirty="0">
                <a:hlinkClick r:id="rId3"/>
              </a:rPr>
              <a:t>https://github.com/w3c/wot-binding-templates/pull/479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D9CF9-40C6-7C88-F891-BB09E24D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343B-C99A-A112-6B84-1D0B2888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512055-6706-322E-62DE-B697CEB5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9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8910-C437-515D-22F7-2B7C7DEE6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524D-890F-120F-4FF6-B30615EC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Bindings: New Bindings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93A7-E145-9605-1C14-29D8037E2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LoRaWAN</a:t>
            </a:r>
            <a:r>
              <a:rPr lang="en-US" dirty="0"/>
              <a:t>: </a:t>
            </a:r>
            <a:r>
              <a:rPr lang="en-US" sz="1800" dirty="0">
                <a:hlinkClick r:id="rId2"/>
              </a:rPr>
              <a:t>https://w3c.github.io/wot-binding-templates/bindings/protocols/lorawan/index.html</a:t>
            </a:r>
            <a:r>
              <a:rPr lang="en-US" sz="1800" dirty="0"/>
              <a:t> </a:t>
            </a:r>
            <a:endParaRPr lang="en-US" dirty="0"/>
          </a:p>
          <a:p>
            <a:r>
              <a:rPr lang="en-US" dirty="0" err="1"/>
              <a:t>EtherNet</a:t>
            </a:r>
            <a:r>
              <a:rPr lang="en-US" dirty="0"/>
              <a:t>/IP: </a:t>
            </a:r>
            <a:r>
              <a:rPr lang="en-US" sz="1800" dirty="0">
                <a:hlinkClick r:id="rId3"/>
              </a:rPr>
              <a:t>https://w3c.github.io/wot-binding-templates/bindings/protocols/ethernetip/index.html</a:t>
            </a:r>
            <a:r>
              <a:rPr lang="en-US" sz="1800" dirty="0"/>
              <a:t> </a:t>
            </a:r>
            <a:endParaRPr lang="en-US" dirty="0"/>
          </a:p>
          <a:p>
            <a:r>
              <a:rPr lang="en-US" dirty="0"/>
              <a:t>S7Comm:</a:t>
            </a:r>
            <a:r>
              <a:rPr lang="en-US" sz="1800" dirty="0"/>
              <a:t> </a:t>
            </a:r>
            <a:r>
              <a:rPr lang="en-US" sz="1800" dirty="0">
                <a:hlinkClick r:id="rId4"/>
              </a:rPr>
              <a:t>https://w3c.github.io/wot-binding-templates/bindings/protocols/s7comm/index.html</a:t>
            </a:r>
            <a:r>
              <a:rPr lang="en-US" sz="1800" dirty="0"/>
              <a:t> </a:t>
            </a:r>
          </a:p>
          <a:p>
            <a:r>
              <a:rPr lang="en-US" dirty="0"/>
              <a:t>Other SDOs:</a:t>
            </a:r>
          </a:p>
          <a:p>
            <a:pPr lvl="1"/>
            <a:r>
              <a:rPr lang="en-US" dirty="0"/>
              <a:t>OPC UA: </a:t>
            </a:r>
            <a:r>
              <a:rPr lang="en-US" dirty="0">
                <a:hlinkClick r:id="rId5"/>
              </a:rPr>
              <a:t>https://reference.opcfoundation.org/specs/OPC-10101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CAN: </a:t>
            </a:r>
            <a:r>
              <a:rPr lang="en-US" dirty="0">
                <a:hlinkClick r:id="rId6"/>
              </a:rPr>
              <a:t>https://github.com/w3c/wot-binding-templates/issues/465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SNMP: </a:t>
            </a:r>
            <a:r>
              <a:rPr lang="en-US" dirty="0">
                <a:hlinkClick r:id="rId7"/>
              </a:rPr>
              <a:t>https://github.com/w3c/wot-binding-templates/issues/464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IO Link: Link to be provided but it is in IDTA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453C8-4486-AFEC-DAD8-A1141BE7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814D9-BE67-B1A1-938F-949388F7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0845A53-94A6-4D3A-7BE6-F2ADB58A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01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03C8-E208-D804-BC6A-45728BA7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we have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7F3B-00F4-9985-6F68-B1A2793D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7CBBB-185C-2F67-6E73-5B4BEC94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17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E82CA5-325B-D638-20E9-E87F3336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D1C368-EA5E-AC53-327A-0AD66234E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9902"/>
            <a:ext cx="4407106" cy="51158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39B378-866D-4ED6-00E2-699432FF922A}"/>
              </a:ext>
            </a:extLst>
          </p:cNvPr>
          <p:cNvSpPr txBox="1"/>
          <p:nvPr/>
        </p:nvSpPr>
        <p:spPr>
          <a:xfrm>
            <a:off x="5867250" y="1762891"/>
            <a:ext cx="6006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/w3c/wot-binding-templates/#publications</a:t>
            </a:r>
          </a:p>
        </p:txBody>
      </p:sp>
    </p:spTree>
    <p:extLst>
      <p:ext uri="{BB962C8B-B14F-4D97-AF65-F5344CB8AC3E}">
        <p14:creationId xmlns:p14="http://schemas.microsoft.com/office/powerpoint/2010/main" val="1669844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9AD7-1DBF-A3EF-0DE1-5920893C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E7AF910-0C88-29FC-3C82-889D2550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Registry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7F1DE5-91D1-D13C-7B19-D90D1CEA2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EE379B-8EA6-A109-C15D-1C2CAC12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4A697-253A-D631-B641-64509D6E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ADCC7-54A9-2303-448F-B6B40934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99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275AF-8C49-9D02-8D71-0AAE0971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1908-9643-9698-2792-E4028FC83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just a table!</a:t>
            </a:r>
          </a:p>
          <a:p>
            <a:r>
              <a:rPr lang="en-US" dirty="0">
                <a:hlinkClick r:id="rId2"/>
              </a:rPr>
              <a:t>https://w3c.github.io/wot-binding-registry/</a:t>
            </a:r>
            <a:r>
              <a:rPr lang="en-US" dirty="0"/>
              <a:t> </a:t>
            </a:r>
          </a:p>
          <a:p>
            <a:r>
              <a:rPr lang="en-US" dirty="0"/>
              <a:t>However, we define how that table is governed. That makes things a bit more difficult and “administrative”</a:t>
            </a:r>
          </a:p>
          <a:p>
            <a:r>
              <a:rPr lang="en-US" dirty="0"/>
              <a:t>Some support would be appreciated here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AADB5-19DF-DFB8-7E4E-AF794763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66D82-03C6-F6AF-13E2-2F9B41D3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19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190BF7-FC7B-40F5-D16E-DD44DDC7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5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2D92-99B3-DD8F-6FBC-C6EFE75A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61" y="2283276"/>
            <a:ext cx="2801842" cy="2291448"/>
          </a:xfrm>
        </p:spPr>
        <p:txBody>
          <a:bodyPr>
            <a:normAutofit/>
          </a:bodyPr>
          <a:lstStyle/>
          <a:p>
            <a:r>
              <a:rPr lang="en-US" dirty="0"/>
              <a:t>What goes into the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FB406-D32F-23A7-F049-54C47ECC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51770-5F33-5190-D914-C7D079F4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20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C2F580-4F69-B6E2-B22C-A6F64609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D39E1-65B9-187B-4284-9D7A5B1AF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042" y="0"/>
            <a:ext cx="4911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03B4-06AD-730B-A8CF-21E50D8DF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rules in the registry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3C688-7580-6EBC-0329-34223625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DA747-8BD1-BF1B-108B-14CE01E7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46F8D9-EA4A-F44D-9DA5-2DAE867D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42990A-B3EE-E0FE-AE36-8A2DDE64B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17409"/>
            <a:ext cx="10028722" cy="48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81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84E0-7FBE-B9C3-76E7-65AD19B7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Toolchain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6B1C4-49A5-9DE8-54CE-3338E499A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by Mahda – Switch to her screen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BD696-BC0A-CD18-FAC0-39F881F0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723F-57EA-4C47-97B9-92AFDEEF85DC}" type="datetime1">
              <a:rPr lang="en-CA" smtClean="0"/>
              <a:t>2026-10-29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21A3-FCAF-7E8F-9759-3E66F222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2E710-162A-2379-8504-BBFB86E1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43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FCB2-149E-F191-BF8C-D6A49161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2471-99DC-EBC1-93CF-C60157E0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26D30-864D-BA8E-28E1-78EE2F40A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be a very open discussion and understanding the contribution plans of everyone. Who can do what, who </a:t>
            </a:r>
            <a:r>
              <a:rPr lang="en-US" b="1" dirty="0"/>
              <a:t>wants</a:t>
            </a:r>
            <a:r>
              <a:rPr lang="en-US" dirty="0"/>
              <a:t> to what?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F70B0-6EFA-B726-7E56-4CFD1B42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723F-57EA-4C47-97B9-92AFDEEF85DC}" type="datetime1">
              <a:rPr lang="en-CA" smtClean="0"/>
              <a:t>2026-10-29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84962-FFDC-F062-1AEB-F3DA35C4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6C3D5-A768-2092-339C-86747169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08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5CEE5F-1A6F-49AB-066C-9BEB4681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68257" cy="933097"/>
          </a:xfrm>
        </p:spPr>
        <p:txBody>
          <a:bodyPr>
            <a:normAutofit fontScale="90000"/>
          </a:bodyPr>
          <a:lstStyle/>
          <a:p>
            <a:r>
              <a:rPr lang="en-US" dirty="0"/>
              <a:t>What needs to be done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36C8A0-F2D0-9911-3FCE-29D1D5D2F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222"/>
            <a:ext cx="5257800" cy="48787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Thing Description:</a:t>
            </a:r>
          </a:p>
          <a:p>
            <a:r>
              <a:rPr lang="en-US" sz="2400" b="1" u="sng" dirty="0"/>
              <a:t>Toolchain – Mahda, Abror</a:t>
            </a:r>
          </a:p>
          <a:p>
            <a:r>
              <a:rPr lang="en-US" sz="2400" i="1" dirty="0"/>
              <a:t>Core design changes</a:t>
            </a:r>
          </a:p>
          <a:p>
            <a:r>
              <a:rPr lang="en-US" sz="2400" i="1" dirty="0"/>
              <a:t>Simple improvements</a:t>
            </a:r>
          </a:p>
          <a:p>
            <a:r>
              <a:rPr lang="en-US" sz="2400" b="1" dirty="0"/>
              <a:t>Common Definitions - Ege</a:t>
            </a:r>
          </a:p>
          <a:p>
            <a:r>
              <a:rPr lang="en-US" sz="2400" b="1" dirty="0"/>
              <a:t>Data Mapping - Christian</a:t>
            </a:r>
          </a:p>
          <a:p>
            <a:r>
              <a:rPr lang="en-US" sz="2400" b="1" dirty="0"/>
              <a:t>Media Streaming – </a:t>
            </a:r>
            <a:r>
              <a:rPr lang="en-US" sz="2400" b="1" dirty="0" err="1"/>
              <a:t>Toumura-san</a:t>
            </a:r>
            <a:endParaRPr lang="en-US" sz="2400" b="1" dirty="0"/>
          </a:p>
          <a:p>
            <a:r>
              <a:rPr lang="en-US" sz="2400" dirty="0"/>
              <a:t>Historical Data – Rob Warren</a:t>
            </a:r>
          </a:p>
          <a:p>
            <a:r>
              <a:rPr lang="en-US" sz="2400" dirty="0"/>
              <a:t>Manageable Affordances</a:t>
            </a:r>
          </a:p>
          <a:p>
            <a:r>
              <a:rPr lang="en-US" sz="2400" dirty="0"/>
              <a:t>Signing and Canonicalization</a:t>
            </a:r>
          </a:p>
          <a:p>
            <a:r>
              <a:rPr lang="en-US" sz="2400" dirty="0"/>
              <a:t>Splitting Security into Bindings – Kaz and Matsumura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2DD48-B128-B631-5110-BFE49C60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DCA9C-06A1-9AB1-2924-45593BC3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5AE70-82B5-CEF8-2A17-B1439C61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723F-57EA-4C47-97B9-92AFDEEF85DC}" type="datetime1">
              <a:rPr lang="en-CA" smtClean="0"/>
              <a:t>2026-10-29</a:t>
            </a:fld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2DF0E0B-6F20-F627-342F-D5A57AA6A192}"/>
              </a:ext>
            </a:extLst>
          </p:cNvPr>
          <p:cNvSpPr txBox="1">
            <a:spLocks/>
          </p:cNvSpPr>
          <p:nvPr/>
        </p:nvSpPr>
        <p:spPr>
          <a:xfrm>
            <a:off x="6401013" y="3163284"/>
            <a:ext cx="5257800" cy="21307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Bindings-related:</a:t>
            </a:r>
          </a:p>
          <a:p>
            <a:r>
              <a:rPr lang="en-US" sz="2400" i="1" dirty="0"/>
              <a:t>Binding Authoring </a:t>
            </a:r>
          </a:p>
          <a:p>
            <a:r>
              <a:rPr lang="en-US" sz="2400" u="sng" dirty="0"/>
              <a:t>Binding Review (via Registry or not)</a:t>
            </a:r>
          </a:p>
          <a:p>
            <a:r>
              <a:rPr lang="en-US" sz="2400" u="sng" dirty="0"/>
              <a:t>Registry document writing - Ege</a:t>
            </a:r>
          </a:p>
          <a:p>
            <a:r>
              <a:rPr lang="en-US" sz="2400" u="sng" dirty="0"/>
              <a:t>Publication of Bindings - Sebastian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35D4D-A389-4D97-B69E-DAF4489CCA96}"/>
              </a:ext>
            </a:extLst>
          </p:cNvPr>
          <p:cNvSpPr txBox="1"/>
          <p:nvPr/>
        </p:nvSpPr>
        <p:spPr>
          <a:xfrm>
            <a:off x="6401013" y="1529995"/>
            <a:ext cx="60586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Generic Tasks: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Overall meeting organization - Ege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Publication of Specs and of Resources - Ege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/>
              <a:t>Triaging Issues and Work - Ege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A0DE2F6-7FFE-2C71-635B-86BDB9901453}"/>
              </a:ext>
            </a:extLst>
          </p:cNvPr>
          <p:cNvSpPr txBox="1">
            <a:spLocks/>
          </p:cNvSpPr>
          <p:nvPr/>
        </p:nvSpPr>
        <p:spPr>
          <a:xfrm>
            <a:off x="6401013" y="5471935"/>
            <a:ext cx="5257800" cy="1066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Best practices &amp; Primer:</a:t>
            </a:r>
          </a:p>
          <a:p>
            <a:pPr marL="0" indent="0">
              <a:buNone/>
            </a:pPr>
            <a:r>
              <a:rPr lang="en-US" sz="2400" dirty="0"/>
              <a:t>TBD but relates to the TD Task Force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C86D4-BD5F-4F2F-2EE9-605B7482353B}"/>
              </a:ext>
            </a:extLst>
          </p:cNvPr>
          <p:cNvSpPr txBox="1"/>
          <p:nvPr/>
        </p:nvSpPr>
        <p:spPr>
          <a:xfrm>
            <a:off x="6264092" y="136525"/>
            <a:ext cx="46930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Bold: Someone takes care of it</a:t>
            </a:r>
          </a:p>
          <a:p>
            <a:r>
              <a:rPr lang="en-US" dirty="0"/>
              <a:t>Italic: Shared work or cannot be assigned to one</a:t>
            </a:r>
          </a:p>
          <a:p>
            <a:r>
              <a:rPr lang="en-US" dirty="0"/>
              <a:t>Underline: Need support</a:t>
            </a:r>
          </a:p>
          <a:p>
            <a:r>
              <a:rPr lang="en-US" dirty="0"/>
              <a:t>No style: No one takes care of it</a:t>
            </a:r>
          </a:p>
        </p:txBody>
      </p:sp>
    </p:spTree>
    <p:extLst>
      <p:ext uri="{BB962C8B-B14F-4D97-AF65-F5344CB8AC3E}">
        <p14:creationId xmlns:p14="http://schemas.microsoft.com/office/powerpoint/2010/main" val="1851202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0814-A938-496E-CB96-8D8DEB6C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35CD-F83B-17A4-E9EE-531CA74F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A1782-63DF-FC0E-C862-246BC7CA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by Christian – Switch to his screen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E070B-D5CD-67E7-4E06-C2DAAE04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723F-57EA-4C47-97B9-92AFDEEF85DC}" type="datetime1">
              <a:rPr lang="en-CA" smtClean="0"/>
              <a:t>2026-10-29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CB513-1688-0EDF-F5DF-6BC8ADFC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C93E6-5993-AB63-8668-84F24B1A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76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9C25-A530-4ABB-B42A-3E596C82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6217-56C2-C659-B67A-2BF80E5F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Subprotocols, URI Schemes, and how to identify and manage bindings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FB315-C128-6A5C-5C37-91ADF6DD9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57E24-2ED7-488F-3A7D-14C0AA8D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723F-57EA-4C47-97B9-92AFDEEF85DC}" type="datetime1">
              <a:rPr lang="en-CA" smtClean="0"/>
              <a:t>2026-10-30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0B946-5F8F-EEAF-386E-E2A92144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360E7-8D20-4023-E45E-EB0A404C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0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2167</TotalTime>
  <Words>1270</Words>
  <Application>Microsoft Macintosh PowerPoint</Application>
  <PresentationFormat>Widescreen</PresentationFormat>
  <Paragraphs>200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Thing Description Sessions</vt:lpstr>
      <vt:lpstr>Agenda</vt:lpstr>
      <vt:lpstr>Summaries</vt:lpstr>
      <vt:lpstr>Landscape</vt:lpstr>
      <vt:lpstr>Thing Description</vt:lpstr>
      <vt:lpstr>TD</vt:lpstr>
      <vt:lpstr>Getting Organized</vt:lpstr>
      <vt:lpstr>Common Definitions</vt:lpstr>
      <vt:lpstr>Common Definitions: Simple Case</vt:lpstr>
      <vt:lpstr>Common Definitions: Multiple Form Defs.</vt:lpstr>
      <vt:lpstr>Data Mapping</vt:lpstr>
      <vt:lpstr>Media Streaming</vt:lpstr>
      <vt:lpstr>Core Design Challenges</vt:lpstr>
      <vt:lpstr>Bindings</vt:lpstr>
      <vt:lpstr>Bindings: Changes</vt:lpstr>
      <vt:lpstr>Bindings: New Bindings</vt:lpstr>
      <vt:lpstr>All we have</vt:lpstr>
      <vt:lpstr>Binding Registry</vt:lpstr>
      <vt:lpstr>Registry</vt:lpstr>
      <vt:lpstr>What goes into the table</vt:lpstr>
      <vt:lpstr>Some rules in the registry</vt:lpstr>
      <vt:lpstr>Toolchain</vt:lpstr>
      <vt:lpstr>Roadmap</vt:lpstr>
      <vt:lpstr>What needs to be done</vt:lpstr>
      <vt:lpstr>Data Mapping</vt:lpstr>
      <vt:lpstr>Subprotocols, URI Schemes, and how to identify and manage bindings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Korkan, Ege (SI B T TAI)</cp:lastModifiedBy>
  <cp:revision>9</cp:revision>
  <dcterms:created xsi:type="dcterms:W3CDTF">2024-09-04T13:22:45Z</dcterms:created>
  <dcterms:modified xsi:type="dcterms:W3CDTF">2026-10-30T12:33:26Z</dcterms:modified>
</cp:coreProperties>
</file>