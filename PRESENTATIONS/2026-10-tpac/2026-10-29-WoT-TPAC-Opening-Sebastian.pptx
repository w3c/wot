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94"/>
  </p:normalViewPr>
  <p:slideViewPr>
    <p:cSldViewPr snapToGrid="0" snapToObjects="1">
      <p:cViewPr varScale="1">
        <p:scale>
          <a:sx n="122" d="100"/>
          <a:sy n="122" d="100"/>
        </p:scale>
        <p:origin x="62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 – TPAC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2026-10-28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2026-10-28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2026-10-28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2026-10-28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2026-10-28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2026-10-28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2026-10-28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2026-10-28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2026-10-28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2026-10-28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2026-10-28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d.w3.org/p/2025-11-13-wot" TargetMode="External"/><Relationship Id="rId2" Type="http://schemas.openxmlformats.org/officeDocument/2006/relationships/hyperlink" Target="https://www.w3.org/policies/code-of-conduc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w3c/wot/tree/main/PRESENTATIONS/2025-11-tpac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WoT/IG/wiki/Wiki_for_F2F_2024_planning#Day_1%3A_Thursday%2C_Sep_26%2C_14%3A00-16%3A00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Day 1 Opening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Sebastian </a:t>
            </a:r>
            <a:r>
              <a:rPr lang="en-US" dirty="0" err="1"/>
              <a:t>Käbisch</a:t>
            </a:r>
            <a:endParaRPr lang="en-US" dirty="0"/>
          </a:p>
          <a:p>
            <a:r>
              <a:rPr lang="en-US" dirty="0"/>
              <a:t>October 29, 2026</a:t>
            </a:r>
          </a:p>
          <a:p>
            <a:r>
              <a:rPr lang="en-US" dirty="0"/>
              <a:t>TPAC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94C-11B4-DF4D-BD5B-07A74B9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and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15A-EE83-6C46-B3BF-DD4FF84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TPAC Policies</a:t>
            </a:r>
          </a:p>
          <a:p>
            <a:pPr lvl="1"/>
            <a:r>
              <a:rPr lang="en-US" dirty="0">
                <a:hlinkClick r:id="rId2"/>
              </a:rPr>
              <a:t>https://www.w3.org/policies/code-of-conduct/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Please speak slowly and clearly!</a:t>
            </a:r>
          </a:p>
          <a:p>
            <a:r>
              <a:rPr lang="en-US" dirty="0"/>
              <a:t>Hybrid Meeting</a:t>
            </a:r>
          </a:p>
          <a:p>
            <a:pPr lvl="1"/>
            <a:r>
              <a:rPr lang="en-US" dirty="0"/>
              <a:t>Use Zoom for speaker queue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Etherpad</a:t>
            </a:r>
            <a:r>
              <a:rPr lang="en-US" dirty="0"/>
              <a:t> for minutes and latest agenda: </a:t>
            </a:r>
            <a:br>
              <a:rPr lang="en-US" dirty="0"/>
            </a:br>
            <a:r>
              <a:rPr lang="en-US" dirty="0">
                <a:hlinkClick r:id="rId3"/>
              </a:rPr>
              <a:t>https://pad.w3.org/p/2026-10-29-wot</a:t>
            </a:r>
            <a:endParaRPr lang="en-US" dirty="0"/>
          </a:p>
          <a:p>
            <a:pPr lvl="1"/>
            <a:r>
              <a:rPr lang="en-US" dirty="0"/>
              <a:t>Meeting materials:</a:t>
            </a:r>
          </a:p>
          <a:p>
            <a:pPr lvl="2"/>
            <a:r>
              <a:rPr lang="en-US" dirty="0"/>
              <a:t>get pptx templates </a:t>
            </a:r>
          </a:p>
          <a:p>
            <a:pPr lvl="2"/>
            <a:r>
              <a:rPr lang="en-US" dirty="0"/>
              <a:t>find presentations from the F2F meeting</a:t>
            </a:r>
          </a:p>
          <a:p>
            <a:pPr lvl="2"/>
            <a:r>
              <a:rPr lang="en-US" dirty="0">
                <a:hlinkClick r:id="rId4"/>
              </a:rPr>
              <a:t>https://github.com/w3c/wot/tree/main/PRESENTATIONS/2026-10-tpac</a:t>
            </a:r>
            <a:endParaRPr lang="en-US" dirty="0"/>
          </a:p>
          <a:p>
            <a:pPr lvl="1"/>
            <a:r>
              <a:rPr lang="en-US" dirty="0"/>
              <a:t>Scribe: TDB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E547-66FF-8D41-A445-B9D23F2D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A42-2970-1B4D-9C1F-77F249CD7467}" type="datetime1">
              <a:rPr lang="en-CA" smtClean="0"/>
              <a:t>2026-10-28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3CDDC-3456-C849-BC93-92466B8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2D99-10F9-7144-B8A4-C7301A5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5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5CDF-C795-5938-1BE7-FF6EA804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Agenda: </a:t>
            </a:r>
            <a:r>
              <a:rPr lang="en-CA" dirty="0">
                <a:hlinkClick r:id="rId2"/>
              </a:rPr>
              <a:t>Day 1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904C-630C-5373-7555-81054AB25D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09:00-09:15: Opening (Sebastian / Michael / Kaz)</a:t>
            </a:r>
          </a:p>
          <a:p>
            <a:r>
              <a:rPr lang="en-US" dirty="0"/>
              <a:t>09:15-10:15: PlugFest Summary (all)</a:t>
            </a:r>
          </a:p>
          <a:p>
            <a:r>
              <a:rPr lang="en-US" dirty="0"/>
              <a:t>10:15-10:30: Reports from joint or relevant group meetings (e.g., smart cities, OPC)</a:t>
            </a:r>
          </a:p>
          <a:p>
            <a:r>
              <a:rPr lang="en-US" dirty="0"/>
              <a:t>10:30-11:00: Coffee Break</a:t>
            </a:r>
          </a:p>
          <a:p>
            <a:r>
              <a:rPr lang="en-US" dirty="0"/>
              <a:t>11:00-12:30: </a:t>
            </a:r>
            <a:r>
              <a:rPr lang="en-US" dirty="0" err="1"/>
              <a:t>WoT</a:t>
            </a:r>
            <a:r>
              <a:rPr lang="en-US" dirty="0"/>
              <a:t> and AI (Mahda, Sebastian, all)</a:t>
            </a:r>
          </a:p>
          <a:p>
            <a:r>
              <a:rPr lang="en-US" dirty="0"/>
              <a:t>12:30-13:45: Lunch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1902C-1D1B-5656-98B2-C6636E7235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13:45-15:00: Thing Description (I / II) (Ege / Michael / Mahda)</a:t>
            </a:r>
          </a:p>
          <a:p>
            <a:r>
              <a:rPr lang="en-US" dirty="0"/>
              <a:t>15:00-15:30: Coffee Break</a:t>
            </a:r>
          </a:p>
          <a:p>
            <a:r>
              <a:rPr lang="en-US" dirty="0"/>
              <a:t>15:30-16:00: Presentation from DNV: Web of Things in Maritime Industry (Johan Wilhelm </a:t>
            </a:r>
            <a:r>
              <a:rPr lang="en-US" dirty="0" err="1"/>
              <a:t>Klüwer</a:t>
            </a:r>
            <a:r>
              <a:rPr lang="en-US" dirty="0"/>
              <a:t>)</a:t>
            </a:r>
          </a:p>
          <a:p>
            <a:r>
              <a:rPr lang="en-US" dirty="0"/>
              <a:t>16:00-16:30: Scripting API (Daniel / Cristiano)</a:t>
            </a:r>
          </a:p>
          <a:p>
            <a:r>
              <a:rPr lang="en-US" dirty="0"/>
              <a:t>16:45: End of day</a:t>
            </a:r>
          </a:p>
          <a:p>
            <a:r>
              <a:rPr lang="en-US" dirty="0"/>
              <a:t>19:00: </a:t>
            </a:r>
            <a:r>
              <a:rPr lang="en-US" dirty="0" err="1"/>
              <a:t>WoT</a:t>
            </a:r>
            <a:r>
              <a:rPr lang="en-US"/>
              <a:t> Dinner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B5C6E-FCE5-9138-EF9C-C0F23CFA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0E5D-EC04-AA49-8D52-0FCB6E08F63D}" type="datetime1">
              <a:rPr lang="en-CA" smtClean="0"/>
              <a:t>2026-10-28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985B-63E7-A839-DCA2-AD37763F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A1E7E-C0EE-706A-B435-52C1D785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0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245</Words>
  <Application>Microsoft Macintosh PowerPoint</Application>
  <PresentationFormat>Breitbild</PresentationFormat>
  <Paragraphs>36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Day 1 Opening</vt:lpstr>
      <vt:lpstr>Policies and Procedures</vt:lpstr>
      <vt:lpstr>Agenda: Day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Kaebisch, Sebastian (FT RPD CPC)</cp:lastModifiedBy>
  <cp:revision>10</cp:revision>
  <dcterms:created xsi:type="dcterms:W3CDTF">2024-09-04T13:22:45Z</dcterms:created>
  <dcterms:modified xsi:type="dcterms:W3CDTF">2026-10-28T18:00:45Z</dcterms:modified>
</cp:coreProperties>
</file>