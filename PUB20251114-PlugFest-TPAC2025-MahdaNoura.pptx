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11" d="100"/>
          <a:sy n="111" d="100"/>
        </p:scale>
        <p:origin x="108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B1D2-42FC-2E48-6E0F-4EAD3CA38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08068-B39E-419E-D8B3-4AB31D335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E6B50-036C-7B81-6DBC-E39FBD07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60F0E-5BDA-37CA-AA45-C99A95BB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3BD7-BF8F-30B0-C853-9AE4520F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852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EB9E-3C7F-3965-E4A7-7C36FDA6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2A33-1B97-6460-01C6-D0585BAD9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2DBE0-6524-9FE5-CD0A-6284092B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B7F65-C923-A4AB-DD17-0A0D71E2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99EC0-A4B5-9EAF-4A87-978FF89D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536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0DE4-3F76-4CB0-0761-0ECF7BCB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8DA20-2F0C-F558-0AD9-38C74DB0C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479BE-8261-26CE-2F87-3905C995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57238-CB32-48C2-5AE5-B1E04392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4C740-0492-0102-0C23-F5F9215B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495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76A2-A748-1A78-C2CE-A6394280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969C5-F544-411F-6831-768D8F21C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964E1-1C17-4281-C436-39DE28571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0DFB0-A328-DCD4-2345-27DC4A805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0A362-A9F8-8373-D813-EC06C9AC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62C7B-55A6-2A81-3430-15145193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318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CEA1-1C9F-AF07-8B68-749E53C8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FAFC7-2A86-DFAC-FD3A-8FF82D7DA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C8892-68BD-FDAE-F743-B9DDF10FA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9D767-198F-1975-EFFB-9C1266DD2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22815-8688-9C9F-0110-56C2E2A2F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524A0-28DA-94CC-C122-B957F07F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52C21-4D52-3632-08BF-D6435133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AF9A6-0A91-676E-7341-E5477CB5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756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1117-D9BE-9A01-5C48-D483AEC2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C3AB4-4634-10A4-5BAC-F19BE0E0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B13AB-0F32-24F3-CAC9-4C213FD5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85BE7-E592-1B92-2C82-2F7A670D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856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693AC-B610-E88E-9BC9-5C1593CC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884EA-2D1D-16C4-A6B9-C2286E8D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36CE4-7CBF-7B23-47A4-ED5CC69A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873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A436-7EE3-EB95-5314-4E376F34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21296-1D62-A42B-6F82-637F1322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C9C40-F8D2-068C-D1DE-24A410654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C73D9-E1ED-328E-F7E0-CFC6FA49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5DD39-C842-97D4-79C4-25015086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266B0-4207-A36C-1888-CAE4E6AF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21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E7B3-A8D7-D19D-7F7E-E6CB0A47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F1BC03-5AF0-C98C-BA5A-FFE91A8D7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9377F-4CA2-20B5-0680-BDB6D5892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BCC65-BC28-9152-AF51-26849D6B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6C672-34BA-95EE-22D5-7D07E2E9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BB046-090B-018F-92E7-635B29F5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3841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FCD4-AC35-0AEA-B860-5C946E27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EDD51-7A3F-AD20-74B6-9C317DD4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58E1-26B8-ED9F-9547-F2120839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F6717-D873-90F6-95DE-5A4C4BCB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BC626-1E74-74E7-7629-7E96856C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78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920A0-B973-95F6-9673-80BC4E3CD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EC606-E4EB-F795-27F2-7FDF8E5F7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9D750-7918-5859-A426-2BA48550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7A270-09F3-9734-03B0-27558294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4DD62-DA00-FE33-3ABF-72355F85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235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97949-E097-307C-5567-549AF6BF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8B421-B1EF-8C60-1090-A7E83F50C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CE4D8-D9DA-DB91-C1E9-F57DF68F0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650C3-7752-2747-B6A2-CAF7C1E29764}" type="datetimeFigureOut">
              <a:rPr lang="en-DE" smtClean="0"/>
              <a:t>13.11.25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9DB38-3782-08E0-AEF9-877743F38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57442-0D0B-B992-D489-57D7EC15D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51E7D-AABA-D14E-891B-878963A2B8B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693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3c/wot-binding-templates/pull/445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4AC25-53D0-9898-BA8A-B9CF3D8B513B}"/>
              </a:ext>
            </a:extLst>
          </p:cNvPr>
          <p:cNvSpPr txBox="1">
            <a:spLocks/>
          </p:cNvSpPr>
          <p:nvPr/>
        </p:nvSpPr>
        <p:spPr>
          <a:xfrm>
            <a:off x="481941" y="1276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/>
              <a:t>W3C </a:t>
            </a:r>
            <a:r>
              <a:rPr lang="de-CH" dirty="0" err="1"/>
              <a:t>WoT</a:t>
            </a:r>
            <a:r>
              <a:rPr lang="de-CH" dirty="0"/>
              <a:t> – </a:t>
            </a:r>
            <a:r>
              <a:rPr lang="de-CH" dirty="0" err="1"/>
              <a:t>Plugfest</a:t>
            </a:r>
            <a:r>
              <a:rPr lang="de-CH" dirty="0"/>
              <a:t> TPAC 2025</a:t>
            </a:r>
          </a:p>
        </p:txBody>
      </p:sp>
      <p:sp>
        <p:nvSpPr>
          <p:cNvPr id="6" name="Content Placeholder 28">
            <a:extLst>
              <a:ext uri="{FF2B5EF4-FFF2-40B4-BE49-F238E27FC236}">
                <a16:creationId xmlns:a16="http://schemas.microsoft.com/office/drawing/2014/main" id="{10A4F55C-A4AD-8FCA-2675-263876884901}"/>
              </a:ext>
            </a:extLst>
          </p:cNvPr>
          <p:cNvSpPr>
            <a:spLocks noGrp="1"/>
          </p:cNvSpPr>
          <p:nvPr/>
        </p:nvSpPr>
        <p:spPr>
          <a:xfrm>
            <a:off x="381958" y="1911803"/>
            <a:ext cx="11303361" cy="46672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Modbus Binding –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Missing Term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ReadFileRecord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en-US" sz="2100" dirty="0"/>
              <a:t>Updated the ontology, JSON Schema and JSON-LD context files</a:t>
            </a:r>
          </a:p>
          <a:p>
            <a:pPr lvl="1"/>
            <a:r>
              <a:rPr lang="en-US" sz="2000" dirty="0">
                <a:hlinkClick r:id="rId2"/>
              </a:rPr>
              <a:t>https://github.com/w3c/wot-binding-templates/pull/445</a:t>
            </a:r>
            <a:endParaRPr lang="en-US" sz="2000" dirty="0"/>
          </a:p>
          <a:p>
            <a:pPr lvl="1"/>
            <a:r>
              <a:rPr lang="en-US" sz="2000" dirty="0"/>
              <a:t>Main Finding: Inconsistencies in how we define some terms, in TD 2.0 we need to possibly consider this</a:t>
            </a:r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WoT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Specification Generator Toolchain</a:t>
            </a:r>
          </a:p>
          <a:p>
            <a:endParaRPr lang="en-US" sz="2000" dirty="0"/>
          </a:p>
          <a:p>
            <a:pPr lvl="1"/>
            <a:r>
              <a:rPr lang="en-US" sz="2000" dirty="0"/>
              <a:t>Main finding: In the current toolchain, we need to provide all the cross-references to internal documents, external docs, glossary and bibliography with correct HTML tags and IDs.</a:t>
            </a:r>
          </a:p>
          <a:p>
            <a:pPr lvl="1"/>
            <a:r>
              <a:rPr lang="en-US" sz="2000" dirty="0"/>
              <a:t>Implemented a new feature to enhance this mechanism by providing vocabulary lists and generating the cross-references. </a:t>
            </a:r>
          </a:p>
        </p:txBody>
      </p:sp>
    </p:spTree>
    <p:extLst>
      <p:ext uri="{BB962C8B-B14F-4D97-AF65-F5344CB8AC3E}">
        <p14:creationId xmlns:p14="http://schemas.microsoft.com/office/powerpoint/2010/main" val="423766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534995B-D50B-F47A-8BC9-CAA9D09C2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99" y="602108"/>
            <a:ext cx="4169663" cy="565378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16AA96-00BE-AE1B-DAD5-F04CDA113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783" y="1835839"/>
            <a:ext cx="6731338" cy="3585247"/>
          </a:xfrm>
          <a:prstGeom prst="rect">
            <a:avLst/>
          </a:prstGeom>
        </p:spPr>
      </p:pic>
      <p:sp>
        <p:nvSpPr>
          <p:cNvPr id="26" name="Bent Up Arrow 25">
            <a:extLst>
              <a:ext uri="{FF2B5EF4-FFF2-40B4-BE49-F238E27FC236}">
                <a16:creationId xmlns:a16="http://schemas.microsoft.com/office/drawing/2014/main" id="{EC872F17-CF8D-0A7E-7FD1-BBA37286F524}"/>
              </a:ext>
            </a:extLst>
          </p:cNvPr>
          <p:cNvSpPr/>
          <p:nvPr/>
        </p:nvSpPr>
        <p:spPr>
          <a:xfrm>
            <a:off x="4775944" y="5519854"/>
            <a:ext cx="1881334" cy="685004"/>
          </a:xfrm>
          <a:prstGeom prst="bent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2B3286-4D9C-219E-3C0E-D14F254EBDF3}"/>
              </a:ext>
            </a:extLst>
          </p:cNvPr>
          <p:cNvSpPr txBox="1"/>
          <p:nvPr/>
        </p:nvSpPr>
        <p:spPr>
          <a:xfrm>
            <a:off x="6988628" y="5638800"/>
            <a:ext cx="3614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From HTML markup </a:t>
            </a:r>
            <a:r>
              <a:rPr lang="en-DE" dirty="0">
                <a:sym typeface="Wingdings" pitchFamily="2" charset="2"/>
              </a:rPr>
              <a:t> </a:t>
            </a:r>
            <a:r>
              <a:rPr lang="en-DE" dirty="0"/>
              <a:t>markdown Automatic xref</a:t>
            </a:r>
          </a:p>
        </p:txBody>
      </p:sp>
    </p:spTree>
    <p:extLst>
      <p:ext uri="{BB962C8B-B14F-4D97-AF65-F5344CB8AC3E}">
        <p14:creationId xmlns:p14="http://schemas.microsoft.com/office/powerpoint/2010/main" val="173771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115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Noura, Mahda (FT RPD CED IIS-DE)</dc:creator>
  <cp:lastModifiedBy>Noura, Mahda (FT RPD CED IIS-DE)</cp:lastModifiedBy>
  <cp:revision>2</cp:revision>
  <dcterms:created xsi:type="dcterms:W3CDTF">2025-11-12T16:25:57Z</dcterms:created>
  <dcterms:modified xsi:type="dcterms:W3CDTF">2025-11-12T17:00:22Z</dcterms:modified>
</cp:coreProperties>
</file>